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83" r:id="rId3"/>
    <p:sldId id="282" r:id="rId4"/>
    <p:sldId id="279" r:id="rId5"/>
    <p:sldId id="278" r:id="rId6"/>
    <p:sldId id="281" r:id="rId7"/>
    <p:sldId id="28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5A5A5"/>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113" d="100"/>
          <a:sy n="113" d="100"/>
        </p:scale>
        <p:origin x="510" y="1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37AA3-5A3D-D4CB-1DD2-E1EBC78125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7F4F403-AB4F-C244-9AF2-1BC31DAF1A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D4572EE-938C-018C-FA0D-86D0FC20FF00}"/>
              </a:ext>
            </a:extLst>
          </p:cNvPr>
          <p:cNvSpPr>
            <a:spLocks noGrp="1"/>
          </p:cNvSpPr>
          <p:nvPr>
            <p:ph type="dt" sz="half" idx="10"/>
          </p:nvPr>
        </p:nvSpPr>
        <p:spPr/>
        <p:txBody>
          <a:bodyPr/>
          <a:lstStyle/>
          <a:p>
            <a:fld id="{B5E5991A-5ECE-442C-96D9-C2A3853A7C32}" type="datetimeFigureOut">
              <a:rPr lang="en-IN" smtClean="0"/>
              <a:t>22-06-2026</a:t>
            </a:fld>
            <a:endParaRPr lang="en-IN"/>
          </a:p>
        </p:txBody>
      </p:sp>
      <p:sp>
        <p:nvSpPr>
          <p:cNvPr id="5" name="Footer Placeholder 4">
            <a:extLst>
              <a:ext uri="{FF2B5EF4-FFF2-40B4-BE49-F238E27FC236}">
                <a16:creationId xmlns:a16="http://schemas.microsoft.com/office/drawing/2014/main" id="{A96116D0-D000-6436-DAA7-1BBEE82489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97FC5A-C630-F0B4-3AA4-7BE495BDDEE7}"/>
              </a:ext>
            </a:extLst>
          </p:cNvPr>
          <p:cNvSpPr>
            <a:spLocks noGrp="1"/>
          </p:cNvSpPr>
          <p:nvPr>
            <p:ph type="sldNum" sz="quarter" idx="12"/>
          </p:nvPr>
        </p:nvSpPr>
        <p:spPr/>
        <p:txBody>
          <a:bodyPr/>
          <a:lstStyle/>
          <a:p>
            <a:fld id="{1B5FDF33-9A84-49BB-B299-F64490D92EB4}" type="slidenum">
              <a:rPr lang="en-IN" smtClean="0"/>
              <a:t>‹#›</a:t>
            </a:fld>
            <a:endParaRPr lang="en-IN"/>
          </a:p>
        </p:txBody>
      </p:sp>
    </p:spTree>
    <p:extLst>
      <p:ext uri="{BB962C8B-B14F-4D97-AF65-F5344CB8AC3E}">
        <p14:creationId xmlns:p14="http://schemas.microsoft.com/office/powerpoint/2010/main" val="2490747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7B9DA-060E-546C-0D07-B578E886DD2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FFC9DAF-C81F-EE8F-33F1-5CBE9FC00D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EF0A09-D8A2-CE65-C645-272781FB6DCE}"/>
              </a:ext>
            </a:extLst>
          </p:cNvPr>
          <p:cNvSpPr>
            <a:spLocks noGrp="1"/>
          </p:cNvSpPr>
          <p:nvPr>
            <p:ph type="dt" sz="half" idx="10"/>
          </p:nvPr>
        </p:nvSpPr>
        <p:spPr/>
        <p:txBody>
          <a:bodyPr/>
          <a:lstStyle/>
          <a:p>
            <a:fld id="{B5E5991A-5ECE-442C-96D9-C2A3853A7C32}" type="datetimeFigureOut">
              <a:rPr lang="en-IN" smtClean="0"/>
              <a:t>22-06-2026</a:t>
            </a:fld>
            <a:endParaRPr lang="en-IN"/>
          </a:p>
        </p:txBody>
      </p:sp>
      <p:sp>
        <p:nvSpPr>
          <p:cNvPr id="5" name="Footer Placeholder 4">
            <a:extLst>
              <a:ext uri="{FF2B5EF4-FFF2-40B4-BE49-F238E27FC236}">
                <a16:creationId xmlns:a16="http://schemas.microsoft.com/office/drawing/2014/main" id="{A7F95298-146F-3150-9EF6-D038665024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FC0FFA-91FC-17CA-CC62-95AEF1CB179A}"/>
              </a:ext>
            </a:extLst>
          </p:cNvPr>
          <p:cNvSpPr>
            <a:spLocks noGrp="1"/>
          </p:cNvSpPr>
          <p:nvPr>
            <p:ph type="sldNum" sz="quarter" idx="12"/>
          </p:nvPr>
        </p:nvSpPr>
        <p:spPr/>
        <p:txBody>
          <a:bodyPr/>
          <a:lstStyle/>
          <a:p>
            <a:fld id="{1B5FDF33-9A84-49BB-B299-F64490D92EB4}" type="slidenum">
              <a:rPr lang="en-IN" smtClean="0"/>
              <a:t>‹#›</a:t>
            </a:fld>
            <a:endParaRPr lang="en-IN"/>
          </a:p>
        </p:txBody>
      </p:sp>
    </p:spTree>
    <p:extLst>
      <p:ext uri="{BB962C8B-B14F-4D97-AF65-F5344CB8AC3E}">
        <p14:creationId xmlns:p14="http://schemas.microsoft.com/office/powerpoint/2010/main" val="716977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2BC90-FBC0-2197-542E-A220726341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A2D810D-FCD0-9EAF-7671-F03BDE7E5B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284179-E681-4DCD-6B76-227A1C766DC4}"/>
              </a:ext>
            </a:extLst>
          </p:cNvPr>
          <p:cNvSpPr>
            <a:spLocks noGrp="1"/>
          </p:cNvSpPr>
          <p:nvPr>
            <p:ph type="dt" sz="half" idx="10"/>
          </p:nvPr>
        </p:nvSpPr>
        <p:spPr/>
        <p:txBody>
          <a:bodyPr/>
          <a:lstStyle/>
          <a:p>
            <a:fld id="{B5E5991A-5ECE-442C-96D9-C2A3853A7C32}" type="datetimeFigureOut">
              <a:rPr lang="en-IN" smtClean="0"/>
              <a:t>22-06-2026</a:t>
            </a:fld>
            <a:endParaRPr lang="en-IN"/>
          </a:p>
        </p:txBody>
      </p:sp>
      <p:sp>
        <p:nvSpPr>
          <p:cNvPr id="5" name="Footer Placeholder 4">
            <a:extLst>
              <a:ext uri="{FF2B5EF4-FFF2-40B4-BE49-F238E27FC236}">
                <a16:creationId xmlns:a16="http://schemas.microsoft.com/office/drawing/2014/main" id="{7183966B-5848-D9C2-AB00-553AF73149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8A14AE-08D7-5C39-9009-B7AF80E49DF4}"/>
              </a:ext>
            </a:extLst>
          </p:cNvPr>
          <p:cNvSpPr>
            <a:spLocks noGrp="1"/>
          </p:cNvSpPr>
          <p:nvPr>
            <p:ph type="sldNum" sz="quarter" idx="12"/>
          </p:nvPr>
        </p:nvSpPr>
        <p:spPr/>
        <p:txBody>
          <a:bodyPr/>
          <a:lstStyle/>
          <a:p>
            <a:fld id="{1B5FDF33-9A84-49BB-B299-F64490D92EB4}" type="slidenum">
              <a:rPr lang="en-IN" smtClean="0"/>
              <a:t>‹#›</a:t>
            </a:fld>
            <a:endParaRPr lang="en-IN"/>
          </a:p>
        </p:txBody>
      </p:sp>
    </p:spTree>
    <p:extLst>
      <p:ext uri="{BB962C8B-B14F-4D97-AF65-F5344CB8AC3E}">
        <p14:creationId xmlns:p14="http://schemas.microsoft.com/office/powerpoint/2010/main" val="2790017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6E742-6808-1268-A24B-9BEDF0AD75E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3B0E392-5E66-2E87-ED8E-815B4ADF39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96697BF-ACEE-5E9E-33E9-0F3D34438A7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005D511-2950-3570-7B63-9F89D1C09C95}"/>
              </a:ext>
            </a:extLst>
          </p:cNvPr>
          <p:cNvSpPr>
            <a:spLocks noGrp="1"/>
          </p:cNvSpPr>
          <p:nvPr>
            <p:ph type="dt" sz="half" idx="10"/>
          </p:nvPr>
        </p:nvSpPr>
        <p:spPr/>
        <p:txBody>
          <a:bodyPr/>
          <a:lstStyle/>
          <a:p>
            <a:fld id="{B5E5991A-5ECE-442C-96D9-C2A3853A7C32}" type="datetimeFigureOut">
              <a:rPr lang="en-IN" smtClean="0"/>
              <a:t>22-06-2026</a:t>
            </a:fld>
            <a:endParaRPr lang="en-IN"/>
          </a:p>
        </p:txBody>
      </p:sp>
      <p:sp>
        <p:nvSpPr>
          <p:cNvPr id="6" name="Footer Placeholder 5">
            <a:extLst>
              <a:ext uri="{FF2B5EF4-FFF2-40B4-BE49-F238E27FC236}">
                <a16:creationId xmlns:a16="http://schemas.microsoft.com/office/drawing/2014/main" id="{0930FB45-958C-081D-6858-6D47F9D767F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F9D168D-7E5F-0544-891F-599DE4E66765}"/>
              </a:ext>
            </a:extLst>
          </p:cNvPr>
          <p:cNvSpPr>
            <a:spLocks noGrp="1"/>
          </p:cNvSpPr>
          <p:nvPr>
            <p:ph type="sldNum" sz="quarter" idx="12"/>
          </p:nvPr>
        </p:nvSpPr>
        <p:spPr/>
        <p:txBody>
          <a:bodyPr/>
          <a:lstStyle/>
          <a:p>
            <a:fld id="{1B5FDF33-9A84-49BB-B299-F64490D92EB4}" type="slidenum">
              <a:rPr lang="en-IN" smtClean="0"/>
              <a:t>‹#›</a:t>
            </a:fld>
            <a:endParaRPr lang="en-IN"/>
          </a:p>
        </p:txBody>
      </p:sp>
    </p:spTree>
    <p:extLst>
      <p:ext uri="{BB962C8B-B14F-4D97-AF65-F5344CB8AC3E}">
        <p14:creationId xmlns:p14="http://schemas.microsoft.com/office/powerpoint/2010/main" val="2190600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2E696-EABE-BE79-1FAB-56A8D8D39D2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1BF5BE-258D-88E1-B51C-16FABB390C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0C5A5D-6A0B-1A21-3D95-E30C87C006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E8EA54B-375B-4AB6-E25B-C2F46CFFEF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9FAB9B-13B5-9235-2D4F-5E7EAFF86B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D4FD385-60F0-4D7A-7374-0A6E8F72FFB4}"/>
              </a:ext>
            </a:extLst>
          </p:cNvPr>
          <p:cNvSpPr>
            <a:spLocks noGrp="1"/>
          </p:cNvSpPr>
          <p:nvPr>
            <p:ph type="dt" sz="half" idx="10"/>
          </p:nvPr>
        </p:nvSpPr>
        <p:spPr/>
        <p:txBody>
          <a:bodyPr/>
          <a:lstStyle/>
          <a:p>
            <a:fld id="{B5E5991A-5ECE-442C-96D9-C2A3853A7C32}" type="datetimeFigureOut">
              <a:rPr lang="en-IN" smtClean="0"/>
              <a:t>22-06-2026</a:t>
            </a:fld>
            <a:endParaRPr lang="en-IN"/>
          </a:p>
        </p:txBody>
      </p:sp>
      <p:sp>
        <p:nvSpPr>
          <p:cNvPr id="8" name="Footer Placeholder 7">
            <a:extLst>
              <a:ext uri="{FF2B5EF4-FFF2-40B4-BE49-F238E27FC236}">
                <a16:creationId xmlns:a16="http://schemas.microsoft.com/office/drawing/2014/main" id="{2CA47FBF-90FD-C5D0-7BBB-57436A789E2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A687DF3-0EA8-4946-72AD-433B72F86949}"/>
              </a:ext>
            </a:extLst>
          </p:cNvPr>
          <p:cNvSpPr>
            <a:spLocks noGrp="1"/>
          </p:cNvSpPr>
          <p:nvPr>
            <p:ph type="sldNum" sz="quarter" idx="12"/>
          </p:nvPr>
        </p:nvSpPr>
        <p:spPr/>
        <p:txBody>
          <a:bodyPr/>
          <a:lstStyle/>
          <a:p>
            <a:fld id="{1B5FDF33-9A84-49BB-B299-F64490D92EB4}" type="slidenum">
              <a:rPr lang="en-IN" smtClean="0"/>
              <a:t>‹#›</a:t>
            </a:fld>
            <a:endParaRPr lang="en-IN"/>
          </a:p>
        </p:txBody>
      </p:sp>
    </p:spTree>
    <p:extLst>
      <p:ext uri="{BB962C8B-B14F-4D97-AF65-F5344CB8AC3E}">
        <p14:creationId xmlns:p14="http://schemas.microsoft.com/office/powerpoint/2010/main" val="1409642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54318-985B-B279-FC04-5536CF07155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5821444-F453-1692-5481-E0AABA6E61D2}"/>
              </a:ext>
            </a:extLst>
          </p:cNvPr>
          <p:cNvSpPr>
            <a:spLocks noGrp="1"/>
          </p:cNvSpPr>
          <p:nvPr>
            <p:ph type="dt" sz="half" idx="10"/>
          </p:nvPr>
        </p:nvSpPr>
        <p:spPr/>
        <p:txBody>
          <a:bodyPr/>
          <a:lstStyle/>
          <a:p>
            <a:fld id="{B5E5991A-5ECE-442C-96D9-C2A3853A7C32}" type="datetimeFigureOut">
              <a:rPr lang="en-IN" smtClean="0"/>
              <a:t>22-06-2026</a:t>
            </a:fld>
            <a:endParaRPr lang="en-IN"/>
          </a:p>
        </p:txBody>
      </p:sp>
      <p:sp>
        <p:nvSpPr>
          <p:cNvPr id="4" name="Footer Placeholder 3">
            <a:extLst>
              <a:ext uri="{FF2B5EF4-FFF2-40B4-BE49-F238E27FC236}">
                <a16:creationId xmlns:a16="http://schemas.microsoft.com/office/drawing/2014/main" id="{B2D1065E-52E5-FF2C-F68E-2718B2B7536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A32FD05-3D5D-EA0F-FC65-A0053FCCF308}"/>
              </a:ext>
            </a:extLst>
          </p:cNvPr>
          <p:cNvSpPr>
            <a:spLocks noGrp="1"/>
          </p:cNvSpPr>
          <p:nvPr>
            <p:ph type="sldNum" sz="quarter" idx="12"/>
          </p:nvPr>
        </p:nvSpPr>
        <p:spPr/>
        <p:txBody>
          <a:bodyPr/>
          <a:lstStyle/>
          <a:p>
            <a:fld id="{1B5FDF33-9A84-49BB-B299-F64490D92EB4}" type="slidenum">
              <a:rPr lang="en-IN" smtClean="0"/>
              <a:t>‹#›</a:t>
            </a:fld>
            <a:endParaRPr lang="en-IN"/>
          </a:p>
        </p:txBody>
      </p:sp>
    </p:spTree>
    <p:extLst>
      <p:ext uri="{BB962C8B-B14F-4D97-AF65-F5344CB8AC3E}">
        <p14:creationId xmlns:p14="http://schemas.microsoft.com/office/powerpoint/2010/main" val="341593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8D5BA6-32CD-4071-C8D5-C26D9CFB096F}"/>
              </a:ext>
            </a:extLst>
          </p:cNvPr>
          <p:cNvSpPr>
            <a:spLocks noGrp="1"/>
          </p:cNvSpPr>
          <p:nvPr>
            <p:ph type="dt" sz="half" idx="10"/>
          </p:nvPr>
        </p:nvSpPr>
        <p:spPr/>
        <p:txBody>
          <a:bodyPr/>
          <a:lstStyle/>
          <a:p>
            <a:fld id="{B5E5991A-5ECE-442C-96D9-C2A3853A7C32}" type="datetimeFigureOut">
              <a:rPr lang="en-IN" smtClean="0"/>
              <a:t>22-06-2026</a:t>
            </a:fld>
            <a:endParaRPr lang="en-IN"/>
          </a:p>
        </p:txBody>
      </p:sp>
      <p:sp>
        <p:nvSpPr>
          <p:cNvPr id="3" name="Footer Placeholder 2">
            <a:extLst>
              <a:ext uri="{FF2B5EF4-FFF2-40B4-BE49-F238E27FC236}">
                <a16:creationId xmlns:a16="http://schemas.microsoft.com/office/drawing/2014/main" id="{F9AE545D-4FBD-58AE-ECA0-46BE5FC61E5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8960543-7126-E83E-5C9C-4D12118C7F3E}"/>
              </a:ext>
            </a:extLst>
          </p:cNvPr>
          <p:cNvSpPr>
            <a:spLocks noGrp="1"/>
          </p:cNvSpPr>
          <p:nvPr>
            <p:ph type="sldNum" sz="quarter" idx="12"/>
          </p:nvPr>
        </p:nvSpPr>
        <p:spPr/>
        <p:txBody>
          <a:bodyPr/>
          <a:lstStyle/>
          <a:p>
            <a:fld id="{1B5FDF33-9A84-49BB-B299-F64490D92EB4}" type="slidenum">
              <a:rPr lang="en-IN" smtClean="0"/>
              <a:t>‹#›</a:t>
            </a:fld>
            <a:endParaRPr lang="en-IN"/>
          </a:p>
        </p:txBody>
      </p:sp>
    </p:spTree>
    <p:extLst>
      <p:ext uri="{BB962C8B-B14F-4D97-AF65-F5344CB8AC3E}">
        <p14:creationId xmlns:p14="http://schemas.microsoft.com/office/powerpoint/2010/main" val="1621339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E838A-0DA0-7AA0-7355-62E176A95E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08366CB-18C1-3960-1CFA-A90C22F184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3DF7877-8423-93DF-1EDC-88C71C25E5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776C8B-F810-B59C-62F8-B4D2D53A95ED}"/>
              </a:ext>
            </a:extLst>
          </p:cNvPr>
          <p:cNvSpPr>
            <a:spLocks noGrp="1"/>
          </p:cNvSpPr>
          <p:nvPr>
            <p:ph type="dt" sz="half" idx="10"/>
          </p:nvPr>
        </p:nvSpPr>
        <p:spPr/>
        <p:txBody>
          <a:bodyPr/>
          <a:lstStyle/>
          <a:p>
            <a:fld id="{B5E5991A-5ECE-442C-96D9-C2A3853A7C32}" type="datetimeFigureOut">
              <a:rPr lang="en-IN" smtClean="0"/>
              <a:t>22-06-2026</a:t>
            </a:fld>
            <a:endParaRPr lang="en-IN"/>
          </a:p>
        </p:txBody>
      </p:sp>
      <p:sp>
        <p:nvSpPr>
          <p:cNvPr id="6" name="Footer Placeholder 5">
            <a:extLst>
              <a:ext uri="{FF2B5EF4-FFF2-40B4-BE49-F238E27FC236}">
                <a16:creationId xmlns:a16="http://schemas.microsoft.com/office/drawing/2014/main" id="{E3663E42-E4F0-EE61-90EF-7BFE866BCB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2F96EF-B3BA-473F-0189-FDF113BF113E}"/>
              </a:ext>
            </a:extLst>
          </p:cNvPr>
          <p:cNvSpPr>
            <a:spLocks noGrp="1"/>
          </p:cNvSpPr>
          <p:nvPr>
            <p:ph type="sldNum" sz="quarter" idx="12"/>
          </p:nvPr>
        </p:nvSpPr>
        <p:spPr/>
        <p:txBody>
          <a:bodyPr/>
          <a:lstStyle/>
          <a:p>
            <a:fld id="{1B5FDF33-9A84-49BB-B299-F64490D92EB4}" type="slidenum">
              <a:rPr lang="en-IN" smtClean="0"/>
              <a:t>‹#›</a:t>
            </a:fld>
            <a:endParaRPr lang="en-IN"/>
          </a:p>
        </p:txBody>
      </p:sp>
    </p:spTree>
    <p:extLst>
      <p:ext uri="{BB962C8B-B14F-4D97-AF65-F5344CB8AC3E}">
        <p14:creationId xmlns:p14="http://schemas.microsoft.com/office/powerpoint/2010/main" val="689743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CD803-A1AD-72FC-75B5-50B2AB25E2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9C40818-51F2-972F-E733-582DB2355B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F501743-96EE-4AAA-E929-69120E96A4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D164F5-1104-9BC9-3AE7-DB1B097EC4F3}"/>
              </a:ext>
            </a:extLst>
          </p:cNvPr>
          <p:cNvSpPr>
            <a:spLocks noGrp="1"/>
          </p:cNvSpPr>
          <p:nvPr>
            <p:ph type="dt" sz="half" idx="10"/>
          </p:nvPr>
        </p:nvSpPr>
        <p:spPr/>
        <p:txBody>
          <a:bodyPr/>
          <a:lstStyle/>
          <a:p>
            <a:fld id="{B5E5991A-5ECE-442C-96D9-C2A3853A7C32}" type="datetimeFigureOut">
              <a:rPr lang="en-IN" smtClean="0"/>
              <a:t>22-06-2026</a:t>
            </a:fld>
            <a:endParaRPr lang="en-IN"/>
          </a:p>
        </p:txBody>
      </p:sp>
      <p:sp>
        <p:nvSpPr>
          <p:cNvPr id="6" name="Footer Placeholder 5">
            <a:extLst>
              <a:ext uri="{FF2B5EF4-FFF2-40B4-BE49-F238E27FC236}">
                <a16:creationId xmlns:a16="http://schemas.microsoft.com/office/drawing/2014/main" id="{6F99020C-6F52-CD91-6BA0-5D65BC39FC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97A5DA-9E4D-BB1E-B4E9-61AF845BEF3F}"/>
              </a:ext>
            </a:extLst>
          </p:cNvPr>
          <p:cNvSpPr>
            <a:spLocks noGrp="1"/>
          </p:cNvSpPr>
          <p:nvPr>
            <p:ph type="sldNum" sz="quarter" idx="12"/>
          </p:nvPr>
        </p:nvSpPr>
        <p:spPr/>
        <p:txBody>
          <a:bodyPr/>
          <a:lstStyle/>
          <a:p>
            <a:fld id="{1B5FDF33-9A84-49BB-B299-F64490D92EB4}" type="slidenum">
              <a:rPr lang="en-IN" smtClean="0"/>
              <a:t>‹#›</a:t>
            </a:fld>
            <a:endParaRPr lang="en-IN"/>
          </a:p>
        </p:txBody>
      </p:sp>
    </p:spTree>
    <p:extLst>
      <p:ext uri="{BB962C8B-B14F-4D97-AF65-F5344CB8AC3E}">
        <p14:creationId xmlns:p14="http://schemas.microsoft.com/office/powerpoint/2010/main" val="3527460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112B2-35A5-CF9D-28D3-975E94945BD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C51A475-2343-C422-878D-D5A58EC8C8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8AE5C0-1427-95F9-920C-AC845D456C3F}"/>
              </a:ext>
            </a:extLst>
          </p:cNvPr>
          <p:cNvSpPr>
            <a:spLocks noGrp="1"/>
          </p:cNvSpPr>
          <p:nvPr>
            <p:ph type="dt" sz="half" idx="10"/>
          </p:nvPr>
        </p:nvSpPr>
        <p:spPr/>
        <p:txBody>
          <a:bodyPr/>
          <a:lstStyle/>
          <a:p>
            <a:fld id="{B5E5991A-5ECE-442C-96D9-C2A3853A7C32}" type="datetimeFigureOut">
              <a:rPr lang="en-IN" smtClean="0"/>
              <a:t>22-06-2026</a:t>
            </a:fld>
            <a:endParaRPr lang="en-IN"/>
          </a:p>
        </p:txBody>
      </p:sp>
      <p:sp>
        <p:nvSpPr>
          <p:cNvPr id="5" name="Footer Placeholder 4">
            <a:extLst>
              <a:ext uri="{FF2B5EF4-FFF2-40B4-BE49-F238E27FC236}">
                <a16:creationId xmlns:a16="http://schemas.microsoft.com/office/drawing/2014/main" id="{4FE7C6BA-8C12-2099-77AE-E32893DDEA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71A052-FB64-BBCA-F56F-BF6DD1737FF9}"/>
              </a:ext>
            </a:extLst>
          </p:cNvPr>
          <p:cNvSpPr>
            <a:spLocks noGrp="1"/>
          </p:cNvSpPr>
          <p:nvPr>
            <p:ph type="sldNum" sz="quarter" idx="12"/>
          </p:nvPr>
        </p:nvSpPr>
        <p:spPr/>
        <p:txBody>
          <a:bodyPr/>
          <a:lstStyle/>
          <a:p>
            <a:fld id="{1B5FDF33-9A84-49BB-B299-F64490D92EB4}" type="slidenum">
              <a:rPr lang="en-IN" smtClean="0"/>
              <a:t>‹#›</a:t>
            </a:fld>
            <a:endParaRPr lang="en-IN"/>
          </a:p>
        </p:txBody>
      </p:sp>
    </p:spTree>
    <p:extLst>
      <p:ext uri="{BB962C8B-B14F-4D97-AF65-F5344CB8AC3E}">
        <p14:creationId xmlns:p14="http://schemas.microsoft.com/office/powerpoint/2010/main" val="3866949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C2CC08-0A5B-167D-9833-7D02EEBF868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8768B4B-81FF-07E4-C232-3F83FA4A13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CA516D-87B7-85B9-55DD-6A8934A6E15B}"/>
              </a:ext>
            </a:extLst>
          </p:cNvPr>
          <p:cNvSpPr>
            <a:spLocks noGrp="1"/>
          </p:cNvSpPr>
          <p:nvPr>
            <p:ph type="dt" sz="half" idx="10"/>
          </p:nvPr>
        </p:nvSpPr>
        <p:spPr/>
        <p:txBody>
          <a:bodyPr/>
          <a:lstStyle/>
          <a:p>
            <a:fld id="{B5E5991A-5ECE-442C-96D9-C2A3853A7C32}" type="datetimeFigureOut">
              <a:rPr lang="en-IN" smtClean="0"/>
              <a:t>22-06-2026</a:t>
            </a:fld>
            <a:endParaRPr lang="en-IN"/>
          </a:p>
        </p:txBody>
      </p:sp>
      <p:sp>
        <p:nvSpPr>
          <p:cNvPr id="5" name="Footer Placeholder 4">
            <a:extLst>
              <a:ext uri="{FF2B5EF4-FFF2-40B4-BE49-F238E27FC236}">
                <a16:creationId xmlns:a16="http://schemas.microsoft.com/office/drawing/2014/main" id="{DFFC728F-90C2-BABB-C627-16759FC95F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1578D0-7C03-CF97-309B-5B02590443A3}"/>
              </a:ext>
            </a:extLst>
          </p:cNvPr>
          <p:cNvSpPr>
            <a:spLocks noGrp="1"/>
          </p:cNvSpPr>
          <p:nvPr>
            <p:ph type="sldNum" sz="quarter" idx="12"/>
          </p:nvPr>
        </p:nvSpPr>
        <p:spPr/>
        <p:txBody>
          <a:bodyPr/>
          <a:lstStyle/>
          <a:p>
            <a:fld id="{1B5FDF33-9A84-49BB-B299-F64490D92EB4}" type="slidenum">
              <a:rPr lang="en-IN" smtClean="0"/>
              <a:t>‹#›</a:t>
            </a:fld>
            <a:endParaRPr lang="en-IN"/>
          </a:p>
        </p:txBody>
      </p:sp>
    </p:spTree>
    <p:extLst>
      <p:ext uri="{BB962C8B-B14F-4D97-AF65-F5344CB8AC3E}">
        <p14:creationId xmlns:p14="http://schemas.microsoft.com/office/powerpoint/2010/main" val="2992742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E664E3-3179-E986-FABA-F92A785E01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35A776D-9676-DB9F-4735-803ACCFF2A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C57288-0D8E-433C-9102-0E254EDCA4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E5991A-5ECE-442C-96D9-C2A3853A7C32}" type="datetimeFigureOut">
              <a:rPr lang="en-IN" smtClean="0"/>
              <a:t>22-06-2026</a:t>
            </a:fld>
            <a:endParaRPr lang="en-IN"/>
          </a:p>
        </p:txBody>
      </p:sp>
      <p:sp>
        <p:nvSpPr>
          <p:cNvPr id="5" name="Footer Placeholder 4">
            <a:extLst>
              <a:ext uri="{FF2B5EF4-FFF2-40B4-BE49-F238E27FC236}">
                <a16:creationId xmlns:a16="http://schemas.microsoft.com/office/drawing/2014/main" id="{CC29D58A-94CD-571F-A476-F7DC410CD2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B32E394-9499-61F3-DDD2-2BF9FCE1B8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5FDF33-9A84-49BB-B299-F64490D92EB4}" type="slidenum">
              <a:rPr lang="en-IN" smtClean="0"/>
              <a:t>‹#›</a:t>
            </a:fld>
            <a:endParaRPr lang="en-IN"/>
          </a:p>
        </p:txBody>
      </p:sp>
    </p:spTree>
    <p:extLst>
      <p:ext uri="{BB962C8B-B14F-4D97-AF65-F5344CB8AC3E}">
        <p14:creationId xmlns:p14="http://schemas.microsoft.com/office/powerpoint/2010/main" val="27159796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291BDA83-A11B-44F4-9389-D07FD5AFC15B}"/>
              </a:ext>
            </a:extLst>
          </p:cNvPr>
          <p:cNvGrpSpPr/>
          <p:nvPr/>
        </p:nvGrpSpPr>
        <p:grpSpPr>
          <a:xfrm>
            <a:off x="-49823" y="-75171"/>
            <a:ext cx="12241823" cy="6933171"/>
            <a:chOff x="-49823" y="-75171"/>
            <a:chExt cx="12241823" cy="6933171"/>
          </a:xfrm>
        </p:grpSpPr>
        <p:sp>
          <p:nvSpPr>
            <p:cNvPr id="48" name="Rectangle 47">
              <a:extLst>
                <a:ext uri="{FF2B5EF4-FFF2-40B4-BE49-F238E27FC236}">
                  <a16:creationId xmlns:a16="http://schemas.microsoft.com/office/drawing/2014/main" id="{6882E5AE-C372-4E47-A571-E41A63E50027}"/>
                </a:ext>
              </a:extLst>
            </p:cNvPr>
            <p:cNvSpPr/>
            <p:nvPr/>
          </p:nvSpPr>
          <p:spPr>
            <a:xfrm>
              <a:off x="0" y="728146"/>
              <a:ext cx="12192000" cy="6124353"/>
            </a:xfrm>
            <a:prstGeom prst="rect">
              <a:avLst/>
            </a:prstGeom>
            <a:solidFill>
              <a:schemeClr val="bg1">
                <a:lumMod val="85000"/>
                <a:alpha val="8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1292E83-0373-4DE4-B923-F23BD136F1A9}"/>
                </a:ext>
              </a:extLst>
            </p:cNvPr>
            <p:cNvSpPr/>
            <p:nvPr/>
          </p:nvSpPr>
          <p:spPr>
            <a:xfrm>
              <a:off x="0" y="-5501"/>
              <a:ext cx="12192000" cy="75279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pic>
          <p:nvPicPr>
            <p:cNvPr id="3" name="Picture 2">
              <a:extLst>
                <a:ext uri="{FF2B5EF4-FFF2-40B4-BE49-F238E27FC236}">
                  <a16:creationId xmlns:a16="http://schemas.microsoft.com/office/drawing/2014/main" id="{389C63E0-D68D-4228-8B52-27D2D5DFA670}"/>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49823" y="-75171"/>
              <a:ext cx="12192000" cy="6858000"/>
            </a:xfrm>
            <a:prstGeom prst="rect">
              <a:avLst/>
            </a:prstGeom>
          </p:spPr>
        </p:pic>
        <p:sp>
          <p:nvSpPr>
            <p:cNvPr id="4" name="Rectangle 3">
              <a:extLst>
                <a:ext uri="{FF2B5EF4-FFF2-40B4-BE49-F238E27FC236}">
                  <a16:creationId xmlns:a16="http://schemas.microsoft.com/office/drawing/2014/main" id="{D252A542-3633-4BE7-92DA-26C773EE9013}"/>
                </a:ext>
              </a:extLst>
            </p:cNvPr>
            <p:cNvSpPr/>
            <p:nvPr/>
          </p:nvSpPr>
          <p:spPr>
            <a:xfrm>
              <a:off x="0" y="0"/>
              <a:ext cx="12192000" cy="6858000"/>
            </a:xfrm>
            <a:prstGeom prst="rect">
              <a:avLst/>
            </a:prstGeom>
            <a:noFill/>
            <a:ln w="6350">
              <a:solidFill>
                <a:schemeClr val="accent6">
                  <a:lumMod val="5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041BE5F2-7050-4D3C-88A3-2EC2728249D1}"/>
                </a:ext>
              </a:extLst>
            </p:cNvPr>
            <p:cNvSpPr/>
            <p:nvPr/>
          </p:nvSpPr>
          <p:spPr>
            <a:xfrm>
              <a:off x="43546" y="780566"/>
              <a:ext cx="2010626" cy="828752"/>
            </a:xfrm>
            <a:prstGeom prst="rect">
              <a:avLst/>
            </a:prstGeom>
            <a:no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09B00B2-3B9E-453B-A967-E088752B2D8D}"/>
                </a:ext>
              </a:extLst>
            </p:cNvPr>
            <p:cNvSpPr txBox="1"/>
            <p:nvPr/>
          </p:nvSpPr>
          <p:spPr>
            <a:xfrm>
              <a:off x="795130" y="31942"/>
              <a:ext cx="5485086" cy="707886"/>
            </a:xfrm>
            <a:prstGeom prst="rect">
              <a:avLst/>
            </a:prstGeom>
            <a:noFill/>
          </p:spPr>
          <p:txBody>
            <a:bodyPr wrap="square" rtlCol="0">
              <a:spAutoFit/>
            </a:bodyPr>
            <a:lstStyle/>
            <a:p>
              <a:r>
                <a:rPr lang="en-US" sz="2800" b="1" dirty="0">
                  <a:solidFill>
                    <a:schemeClr val="bg1"/>
                  </a:solidFill>
                </a:rPr>
                <a:t>SALES PERFORMANCE DASHBOARD</a:t>
              </a:r>
            </a:p>
            <a:p>
              <a:r>
                <a:rPr lang="en-US" sz="1200" dirty="0">
                  <a:solidFill>
                    <a:schemeClr val="bg1"/>
                  </a:solidFill>
                </a:rPr>
                <a:t>Overview of Sales Performance and Key Business Insights</a:t>
              </a:r>
            </a:p>
          </p:txBody>
        </p:sp>
        <p:sp>
          <p:nvSpPr>
            <p:cNvPr id="12" name="Rectangle 11">
              <a:extLst>
                <a:ext uri="{FF2B5EF4-FFF2-40B4-BE49-F238E27FC236}">
                  <a16:creationId xmlns:a16="http://schemas.microsoft.com/office/drawing/2014/main" id="{91311B30-BA7D-49D7-9F9A-7A6FEBAADD01}"/>
                </a:ext>
              </a:extLst>
            </p:cNvPr>
            <p:cNvSpPr/>
            <p:nvPr/>
          </p:nvSpPr>
          <p:spPr>
            <a:xfrm>
              <a:off x="2089337" y="775065"/>
              <a:ext cx="2002246" cy="830965"/>
            </a:xfrm>
            <a:prstGeom prst="rect">
              <a:avLst/>
            </a:prstGeom>
            <a:no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C8BD9AF7-ADFB-435B-AE8D-16005D0E32EC}"/>
                </a:ext>
              </a:extLst>
            </p:cNvPr>
            <p:cNvSpPr/>
            <p:nvPr/>
          </p:nvSpPr>
          <p:spPr>
            <a:xfrm>
              <a:off x="43546" y="1642587"/>
              <a:ext cx="12098631" cy="2146126"/>
            </a:xfrm>
            <a:prstGeom prst="rect">
              <a:avLst/>
            </a:prstGeom>
            <a:noFill/>
            <a:ln w="63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CCD9F4F-B1A6-4E2A-A547-289113C860D5}"/>
                </a:ext>
              </a:extLst>
            </p:cNvPr>
            <p:cNvSpPr/>
            <p:nvPr/>
          </p:nvSpPr>
          <p:spPr>
            <a:xfrm>
              <a:off x="43546" y="3840175"/>
              <a:ext cx="4475292" cy="2978637"/>
            </a:xfrm>
            <a:prstGeom prst="rect">
              <a:avLst/>
            </a:prstGeom>
            <a:no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BFA13B-983C-4209-A012-D326237454C1}"/>
                </a:ext>
              </a:extLst>
            </p:cNvPr>
            <p:cNvSpPr/>
            <p:nvPr/>
          </p:nvSpPr>
          <p:spPr>
            <a:xfrm>
              <a:off x="4562383" y="3840175"/>
              <a:ext cx="4732505" cy="2978638"/>
            </a:xfrm>
            <a:prstGeom prst="rect">
              <a:avLst/>
            </a:prstGeom>
            <a:no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327A029-310C-48A6-B7A1-C4FADA347A6D}"/>
                </a:ext>
              </a:extLst>
            </p:cNvPr>
            <p:cNvSpPr/>
            <p:nvPr/>
          </p:nvSpPr>
          <p:spPr>
            <a:xfrm>
              <a:off x="4134758" y="769255"/>
              <a:ext cx="2001876" cy="836775"/>
            </a:xfrm>
            <a:prstGeom prst="rect">
              <a:avLst/>
            </a:prstGeom>
            <a:no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5C577C3-B86A-4E85-93F8-AD3F0D970BB2}"/>
                </a:ext>
              </a:extLst>
            </p:cNvPr>
            <p:cNvSpPr/>
            <p:nvPr/>
          </p:nvSpPr>
          <p:spPr>
            <a:xfrm>
              <a:off x="6179809" y="764688"/>
              <a:ext cx="2002246" cy="834252"/>
            </a:xfrm>
            <a:prstGeom prst="rect">
              <a:avLst/>
            </a:prstGeom>
            <a:no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05FA870A-B0A5-4F80-9F64-0E6334D1EE9B}"/>
                </a:ext>
              </a:extLst>
            </p:cNvPr>
            <p:cNvSpPr/>
            <p:nvPr/>
          </p:nvSpPr>
          <p:spPr>
            <a:xfrm>
              <a:off x="8224860" y="764688"/>
              <a:ext cx="2001875" cy="834251"/>
            </a:xfrm>
            <a:prstGeom prst="rect">
              <a:avLst/>
            </a:prstGeom>
            <a:no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265313FB-5ECE-4AE2-BA94-B957FDE035EC}"/>
                </a:ext>
              </a:extLst>
            </p:cNvPr>
            <p:cNvSpPr/>
            <p:nvPr/>
          </p:nvSpPr>
          <p:spPr>
            <a:xfrm>
              <a:off x="10260342" y="775065"/>
              <a:ext cx="1888113" cy="816060"/>
            </a:xfrm>
            <a:prstGeom prst="rect">
              <a:avLst/>
            </a:prstGeom>
            <a:no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43">
              <a:extLst>
                <a:ext uri="{FF2B5EF4-FFF2-40B4-BE49-F238E27FC236}">
                  <a16:creationId xmlns:a16="http://schemas.microsoft.com/office/drawing/2014/main" id="{3A7BEDAB-2640-4A9B-9141-25824C20B19F}"/>
                </a:ext>
              </a:extLst>
            </p:cNvPr>
            <p:cNvSpPr/>
            <p:nvPr/>
          </p:nvSpPr>
          <p:spPr>
            <a:xfrm>
              <a:off x="9329165" y="3840176"/>
              <a:ext cx="2813012" cy="2972546"/>
            </a:xfrm>
            <a:prstGeom prst="rect">
              <a:avLst/>
            </a:prstGeom>
            <a:noFill/>
            <a:ln w="63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46">
              <a:extLst>
                <a:ext uri="{FF2B5EF4-FFF2-40B4-BE49-F238E27FC236}">
                  <a16:creationId xmlns:a16="http://schemas.microsoft.com/office/drawing/2014/main" id="{BB877B3D-B79E-4E7B-A5BA-62304AC489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566" y="75171"/>
              <a:ext cx="583536" cy="583536"/>
            </a:xfrm>
            <a:prstGeom prst="rect">
              <a:avLst/>
            </a:prstGeom>
          </p:spPr>
        </p:pic>
      </p:grpSp>
    </p:spTree>
    <p:extLst>
      <p:ext uri="{BB962C8B-B14F-4D97-AF65-F5344CB8AC3E}">
        <p14:creationId xmlns:p14="http://schemas.microsoft.com/office/powerpoint/2010/main" val="12604099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9C63E0-D68D-4228-8B52-27D2D5DFA670}"/>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0" y="-146340"/>
            <a:ext cx="12192000" cy="6863501"/>
          </a:xfrm>
          <a:prstGeom prst="rect">
            <a:avLst/>
          </a:prstGeom>
        </p:spPr>
      </p:pic>
      <p:sp>
        <p:nvSpPr>
          <p:cNvPr id="9" name="Rectangle 8">
            <a:extLst>
              <a:ext uri="{FF2B5EF4-FFF2-40B4-BE49-F238E27FC236}">
                <a16:creationId xmlns:a16="http://schemas.microsoft.com/office/drawing/2014/main" id="{81292E83-0373-4DE4-B923-F23BD136F1A9}"/>
              </a:ext>
            </a:extLst>
          </p:cNvPr>
          <p:cNvSpPr/>
          <p:nvPr/>
        </p:nvSpPr>
        <p:spPr>
          <a:xfrm>
            <a:off x="0" y="-5501"/>
            <a:ext cx="12192000" cy="75279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4" name="Rectangle 3">
            <a:extLst>
              <a:ext uri="{FF2B5EF4-FFF2-40B4-BE49-F238E27FC236}">
                <a16:creationId xmlns:a16="http://schemas.microsoft.com/office/drawing/2014/main" id="{D252A542-3633-4BE7-92DA-26C773EE9013}"/>
              </a:ext>
            </a:extLst>
          </p:cNvPr>
          <p:cNvSpPr/>
          <p:nvPr/>
        </p:nvSpPr>
        <p:spPr>
          <a:xfrm>
            <a:off x="0" y="0"/>
            <a:ext cx="12192000" cy="6858000"/>
          </a:xfrm>
          <a:prstGeom prst="rect">
            <a:avLst/>
          </a:prstGeom>
          <a:noFill/>
          <a:ln w="6350">
            <a:solidFill>
              <a:schemeClr val="accent6">
                <a:lumMod val="5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B09B00B2-3B9E-453B-A967-E088752B2D8D}"/>
              </a:ext>
            </a:extLst>
          </p:cNvPr>
          <p:cNvSpPr txBox="1"/>
          <p:nvPr/>
        </p:nvSpPr>
        <p:spPr>
          <a:xfrm>
            <a:off x="814102" y="44543"/>
            <a:ext cx="5485086" cy="707886"/>
          </a:xfrm>
          <a:prstGeom prst="rect">
            <a:avLst/>
          </a:prstGeom>
          <a:noFill/>
        </p:spPr>
        <p:txBody>
          <a:bodyPr wrap="square" rtlCol="0">
            <a:spAutoFit/>
          </a:bodyPr>
          <a:lstStyle/>
          <a:p>
            <a:r>
              <a:rPr lang="en-US" sz="2800" b="1" dirty="0">
                <a:solidFill>
                  <a:schemeClr val="bg1"/>
                </a:solidFill>
              </a:rPr>
              <a:t>SALES PERFORMANCE DASHBOARD</a:t>
            </a:r>
          </a:p>
          <a:p>
            <a:r>
              <a:rPr lang="en-US" sz="1200" dirty="0">
                <a:solidFill>
                  <a:schemeClr val="bg1"/>
                </a:solidFill>
              </a:rPr>
              <a:t>Detailed Analysis &amp; Insights</a:t>
            </a:r>
          </a:p>
        </p:txBody>
      </p:sp>
      <p:sp>
        <p:nvSpPr>
          <p:cNvPr id="46" name="Rectangle 45">
            <a:extLst>
              <a:ext uri="{FF2B5EF4-FFF2-40B4-BE49-F238E27FC236}">
                <a16:creationId xmlns:a16="http://schemas.microsoft.com/office/drawing/2014/main" id="{89D358D8-E848-45DD-B1D6-ECCFC74B789A}"/>
              </a:ext>
            </a:extLst>
          </p:cNvPr>
          <p:cNvSpPr/>
          <p:nvPr/>
        </p:nvSpPr>
        <p:spPr>
          <a:xfrm>
            <a:off x="-5318" y="733878"/>
            <a:ext cx="12192000" cy="6124122"/>
          </a:xfrm>
          <a:prstGeom prst="rect">
            <a:avLst/>
          </a:prstGeom>
          <a:solidFill>
            <a:schemeClr val="bg1">
              <a:lumMod val="85000"/>
              <a:alpha val="8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27B689D2-2528-415A-B8E4-529FB2518965}"/>
              </a:ext>
            </a:extLst>
          </p:cNvPr>
          <p:cNvSpPr/>
          <p:nvPr/>
        </p:nvSpPr>
        <p:spPr>
          <a:xfrm>
            <a:off x="5598977" y="814845"/>
            <a:ext cx="3237556" cy="1583080"/>
          </a:xfrm>
          <a:prstGeom prst="rect">
            <a:avLst/>
          </a:prstGeom>
          <a:noFill/>
          <a:ln w="63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263B9A2-242F-4A05-B68E-04AAE1E75B15}"/>
              </a:ext>
            </a:extLst>
          </p:cNvPr>
          <p:cNvSpPr/>
          <p:nvPr/>
        </p:nvSpPr>
        <p:spPr>
          <a:xfrm>
            <a:off x="8901344" y="806103"/>
            <a:ext cx="3225845" cy="1583081"/>
          </a:xfrm>
          <a:prstGeom prst="rect">
            <a:avLst/>
          </a:prstGeom>
          <a:noFill/>
          <a:ln w="63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740C7D6-4124-42D6-B1A0-AD2825612441}"/>
              </a:ext>
            </a:extLst>
          </p:cNvPr>
          <p:cNvSpPr/>
          <p:nvPr/>
        </p:nvSpPr>
        <p:spPr>
          <a:xfrm>
            <a:off x="54176" y="6151260"/>
            <a:ext cx="12073013" cy="662197"/>
          </a:xfrm>
          <a:prstGeom prst="rect">
            <a:avLst/>
          </a:prstGeom>
          <a:no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33BB0AF-C7A5-449B-AAD3-8FF32FFECE88}"/>
              </a:ext>
            </a:extLst>
          </p:cNvPr>
          <p:cNvSpPr/>
          <p:nvPr/>
        </p:nvSpPr>
        <p:spPr>
          <a:xfrm>
            <a:off x="56946" y="811236"/>
            <a:ext cx="5485086" cy="3200048"/>
          </a:xfrm>
          <a:prstGeom prst="rect">
            <a:avLst/>
          </a:prstGeom>
          <a:noFill/>
          <a:ln w="63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BFA13B-983C-4209-A012-D326237454C1}"/>
              </a:ext>
            </a:extLst>
          </p:cNvPr>
          <p:cNvSpPr/>
          <p:nvPr/>
        </p:nvSpPr>
        <p:spPr>
          <a:xfrm>
            <a:off x="64810" y="4070091"/>
            <a:ext cx="12062380" cy="2022363"/>
          </a:xfrm>
          <a:prstGeom prst="rect">
            <a:avLst/>
          </a:prstGeom>
          <a:no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F9AA405-712C-4E86-AE25-D0F0C5926DE1}"/>
              </a:ext>
            </a:extLst>
          </p:cNvPr>
          <p:cNvSpPr/>
          <p:nvPr/>
        </p:nvSpPr>
        <p:spPr>
          <a:xfrm>
            <a:off x="5598978" y="2442468"/>
            <a:ext cx="6536075" cy="1583080"/>
          </a:xfrm>
          <a:prstGeom prst="rect">
            <a:avLst/>
          </a:prstGeom>
          <a:no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5AAA65A-B625-4976-85DF-5C2C517830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566" y="75171"/>
            <a:ext cx="583536" cy="583536"/>
          </a:xfrm>
          <a:prstGeom prst="rect">
            <a:avLst/>
          </a:prstGeom>
        </p:spPr>
      </p:pic>
    </p:spTree>
    <p:extLst>
      <p:ext uri="{BB962C8B-B14F-4D97-AF65-F5344CB8AC3E}">
        <p14:creationId xmlns:p14="http://schemas.microsoft.com/office/powerpoint/2010/main" val="3093070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9C63E0-D68D-4228-8B52-27D2D5DFA670}"/>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86076" y="-95524"/>
            <a:ext cx="12192000" cy="6858000"/>
          </a:xfrm>
          <a:prstGeom prst="rect">
            <a:avLst/>
          </a:prstGeom>
        </p:spPr>
      </p:pic>
      <p:sp>
        <p:nvSpPr>
          <p:cNvPr id="9" name="Rectangle 8">
            <a:extLst>
              <a:ext uri="{FF2B5EF4-FFF2-40B4-BE49-F238E27FC236}">
                <a16:creationId xmlns:a16="http://schemas.microsoft.com/office/drawing/2014/main" id="{81292E83-0373-4DE4-B923-F23BD136F1A9}"/>
              </a:ext>
            </a:extLst>
          </p:cNvPr>
          <p:cNvSpPr/>
          <p:nvPr/>
        </p:nvSpPr>
        <p:spPr>
          <a:xfrm>
            <a:off x="0" y="-5501"/>
            <a:ext cx="12192000" cy="75279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4" name="Rectangle 3">
            <a:extLst>
              <a:ext uri="{FF2B5EF4-FFF2-40B4-BE49-F238E27FC236}">
                <a16:creationId xmlns:a16="http://schemas.microsoft.com/office/drawing/2014/main" id="{D252A542-3633-4BE7-92DA-26C773EE9013}"/>
              </a:ext>
            </a:extLst>
          </p:cNvPr>
          <p:cNvSpPr/>
          <p:nvPr/>
        </p:nvSpPr>
        <p:spPr>
          <a:xfrm>
            <a:off x="0" y="0"/>
            <a:ext cx="12192000" cy="6858000"/>
          </a:xfrm>
          <a:prstGeom prst="rect">
            <a:avLst/>
          </a:prstGeom>
          <a:noFill/>
          <a:ln w="6350">
            <a:solidFill>
              <a:schemeClr val="accent6">
                <a:lumMod val="5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B09B00B2-3B9E-453B-A967-E088752B2D8D}"/>
              </a:ext>
            </a:extLst>
          </p:cNvPr>
          <p:cNvSpPr txBox="1"/>
          <p:nvPr/>
        </p:nvSpPr>
        <p:spPr>
          <a:xfrm>
            <a:off x="1044668" y="33493"/>
            <a:ext cx="5485086" cy="707886"/>
          </a:xfrm>
          <a:prstGeom prst="rect">
            <a:avLst/>
          </a:prstGeom>
          <a:noFill/>
        </p:spPr>
        <p:txBody>
          <a:bodyPr wrap="square" rtlCol="0">
            <a:spAutoFit/>
          </a:bodyPr>
          <a:lstStyle/>
          <a:p>
            <a:r>
              <a:rPr lang="en-US" sz="2800" b="1" dirty="0">
                <a:solidFill>
                  <a:schemeClr val="bg1"/>
                </a:solidFill>
              </a:rPr>
              <a:t>SALES PERFORMANCE DASHBOARD</a:t>
            </a:r>
          </a:p>
          <a:p>
            <a:r>
              <a:rPr lang="en-US" sz="1200" dirty="0">
                <a:solidFill>
                  <a:schemeClr val="bg1"/>
                </a:solidFill>
              </a:rPr>
              <a:t>Overview of Sales Performance and Key Business Insights</a:t>
            </a:r>
          </a:p>
        </p:txBody>
      </p:sp>
      <p:sp>
        <p:nvSpPr>
          <p:cNvPr id="46" name="Rectangle 45">
            <a:extLst>
              <a:ext uri="{FF2B5EF4-FFF2-40B4-BE49-F238E27FC236}">
                <a16:creationId xmlns:a16="http://schemas.microsoft.com/office/drawing/2014/main" id="{89D358D8-E848-45DD-B1D6-ECCFC74B789A}"/>
              </a:ext>
            </a:extLst>
          </p:cNvPr>
          <p:cNvSpPr/>
          <p:nvPr/>
        </p:nvSpPr>
        <p:spPr>
          <a:xfrm>
            <a:off x="0" y="728146"/>
            <a:ext cx="12192000" cy="6124353"/>
          </a:xfrm>
          <a:prstGeom prst="rect">
            <a:avLst/>
          </a:prstGeom>
          <a:solidFill>
            <a:schemeClr val="bg1">
              <a:lumMod val="85000"/>
              <a:alpha val="8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27B689D2-2528-415A-B8E4-529FB2518965}"/>
              </a:ext>
            </a:extLst>
          </p:cNvPr>
          <p:cNvSpPr/>
          <p:nvPr/>
        </p:nvSpPr>
        <p:spPr>
          <a:xfrm>
            <a:off x="86076" y="828605"/>
            <a:ext cx="5882333" cy="1807172"/>
          </a:xfrm>
          <a:prstGeom prst="rect">
            <a:avLst/>
          </a:prstGeom>
          <a:noFill/>
          <a:ln w="63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263B9A2-242F-4A05-B68E-04AAE1E75B15}"/>
              </a:ext>
            </a:extLst>
          </p:cNvPr>
          <p:cNvSpPr/>
          <p:nvPr/>
        </p:nvSpPr>
        <p:spPr>
          <a:xfrm>
            <a:off x="6054485" y="824341"/>
            <a:ext cx="6051439" cy="1807172"/>
          </a:xfrm>
          <a:prstGeom prst="rect">
            <a:avLst/>
          </a:prstGeom>
          <a:noFill/>
          <a:ln w="63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740C7D6-4124-42D6-B1A0-AD2825612441}"/>
              </a:ext>
            </a:extLst>
          </p:cNvPr>
          <p:cNvSpPr/>
          <p:nvPr/>
        </p:nvSpPr>
        <p:spPr>
          <a:xfrm>
            <a:off x="86076" y="6215058"/>
            <a:ext cx="12019848" cy="597663"/>
          </a:xfrm>
          <a:prstGeom prst="rect">
            <a:avLst/>
          </a:prstGeom>
          <a:no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33BB0AF-C7A5-449B-AAD3-8FF32FFECE88}"/>
              </a:ext>
            </a:extLst>
          </p:cNvPr>
          <p:cNvSpPr/>
          <p:nvPr/>
        </p:nvSpPr>
        <p:spPr>
          <a:xfrm>
            <a:off x="86076" y="2717086"/>
            <a:ext cx="5506650" cy="1907580"/>
          </a:xfrm>
          <a:prstGeom prst="rect">
            <a:avLst/>
          </a:prstGeom>
          <a:noFill/>
          <a:ln w="63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BFA13B-983C-4209-A012-D326237454C1}"/>
              </a:ext>
            </a:extLst>
          </p:cNvPr>
          <p:cNvSpPr/>
          <p:nvPr/>
        </p:nvSpPr>
        <p:spPr>
          <a:xfrm>
            <a:off x="86076" y="4681853"/>
            <a:ext cx="12019848" cy="1463766"/>
          </a:xfrm>
          <a:prstGeom prst="rect">
            <a:avLst/>
          </a:prstGeom>
          <a:no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F9AA405-712C-4E86-AE25-D0F0C5926DE1}"/>
              </a:ext>
            </a:extLst>
          </p:cNvPr>
          <p:cNvSpPr/>
          <p:nvPr/>
        </p:nvSpPr>
        <p:spPr>
          <a:xfrm>
            <a:off x="5678801" y="2717084"/>
            <a:ext cx="6427123" cy="1907580"/>
          </a:xfrm>
          <a:prstGeom prst="rect">
            <a:avLst/>
          </a:prstGeom>
          <a:no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24810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10000"/>
          </a:schemeClr>
        </a:solidFill>
        <a:effectLst/>
      </p:bgPr>
    </p:bg>
    <p:spTree>
      <p:nvGrpSpPr>
        <p:cNvPr id="1" name=""/>
        <p:cNvGrpSpPr/>
        <p:nvPr/>
      </p:nvGrpSpPr>
      <p:grpSpPr>
        <a:xfrm>
          <a:off x="0" y="0"/>
          <a:ext cx="0" cy="0"/>
          <a:chOff x="0" y="0"/>
          <a:chExt cx="0" cy="0"/>
        </a:xfrm>
      </p:grpSpPr>
      <p:grpSp>
        <p:nvGrpSpPr>
          <p:cNvPr id="123" name="Group 122">
            <a:extLst>
              <a:ext uri="{FF2B5EF4-FFF2-40B4-BE49-F238E27FC236}">
                <a16:creationId xmlns:a16="http://schemas.microsoft.com/office/drawing/2014/main" id="{1C2A01D2-6987-4D3E-8C52-1BDA8DE40249}"/>
              </a:ext>
            </a:extLst>
          </p:cNvPr>
          <p:cNvGrpSpPr/>
          <p:nvPr/>
        </p:nvGrpSpPr>
        <p:grpSpPr>
          <a:xfrm>
            <a:off x="-1061537" y="-1715189"/>
            <a:ext cx="17140050" cy="11178805"/>
            <a:chOff x="38633" y="51920"/>
            <a:chExt cx="14595448" cy="7487567"/>
          </a:xfrm>
        </p:grpSpPr>
        <p:grpSp>
          <p:nvGrpSpPr>
            <p:cNvPr id="78" name="Group 77">
              <a:extLst>
                <a:ext uri="{FF2B5EF4-FFF2-40B4-BE49-F238E27FC236}">
                  <a16:creationId xmlns:a16="http://schemas.microsoft.com/office/drawing/2014/main" id="{CA21569C-88D7-4AB0-A4DA-275E38E364D5}"/>
                </a:ext>
              </a:extLst>
            </p:cNvPr>
            <p:cNvGrpSpPr/>
            <p:nvPr/>
          </p:nvGrpSpPr>
          <p:grpSpPr>
            <a:xfrm>
              <a:off x="749266" y="635578"/>
              <a:ext cx="13884815" cy="6903909"/>
              <a:chOff x="749266" y="635578"/>
              <a:chExt cx="13884815" cy="6903909"/>
            </a:xfrm>
          </p:grpSpPr>
          <p:pic>
            <p:nvPicPr>
              <p:cNvPr id="24" name="Picture 23">
                <a:extLst>
                  <a:ext uri="{FF2B5EF4-FFF2-40B4-BE49-F238E27FC236}">
                    <a16:creationId xmlns:a16="http://schemas.microsoft.com/office/drawing/2014/main" id="{AB40824D-16B6-4C5D-AF47-D718C403D8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9266" y="635578"/>
                <a:ext cx="12192000" cy="6858000"/>
              </a:xfrm>
              <a:prstGeom prst="rect">
                <a:avLst/>
              </a:prstGeom>
            </p:spPr>
          </p:pic>
          <p:sp>
            <p:nvSpPr>
              <p:cNvPr id="55" name="Rectangle 54">
                <a:extLst>
                  <a:ext uri="{FF2B5EF4-FFF2-40B4-BE49-F238E27FC236}">
                    <a16:creationId xmlns:a16="http://schemas.microsoft.com/office/drawing/2014/main" id="{DB415205-B7BC-4668-B5D3-5640E9BCDF32}"/>
                  </a:ext>
                </a:extLst>
              </p:cNvPr>
              <p:cNvSpPr/>
              <p:nvPr/>
            </p:nvSpPr>
            <p:spPr>
              <a:xfrm>
                <a:off x="2442081" y="681487"/>
                <a:ext cx="12192000" cy="6858000"/>
              </a:xfrm>
              <a:prstGeom prst="rect">
                <a:avLst/>
              </a:prstGeom>
              <a:solidFill>
                <a:schemeClr val="accent3">
                  <a:alpha val="5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grpSp>
        <p:grpSp>
          <p:nvGrpSpPr>
            <p:cNvPr id="101" name="Group 100">
              <a:extLst>
                <a:ext uri="{FF2B5EF4-FFF2-40B4-BE49-F238E27FC236}">
                  <a16:creationId xmlns:a16="http://schemas.microsoft.com/office/drawing/2014/main" id="{D10170C1-65AF-43AD-9619-518B6537D13A}"/>
                </a:ext>
              </a:extLst>
            </p:cNvPr>
            <p:cNvGrpSpPr/>
            <p:nvPr/>
          </p:nvGrpSpPr>
          <p:grpSpPr>
            <a:xfrm>
              <a:off x="38633" y="51920"/>
              <a:ext cx="12105531" cy="6754159"/>
              <a:chOff x="38633" y="51920"/>
              <a:chExt cx="12105531" cy="6754159"/>
            </a:xfrm>
          </p:grpSpPr>
          <p:grpSp>
            <p:nvGrpSpPr>
              <p:cNvPr id="102" name="Group 101">
                <a:extLst>
                  <a:ext uri="{FF2B5EF4-FFF2-40B4-BE49-F238E27FC236}">
                    <a16:creationId xmlns:a16="http://schemas.microsoft.com/office/drawing/2014/main" id="{525ABCA8-7036-4A27-81EA-BF41085F9F90}"/>
                  </a:ext>
                </a:extLst>
              </p:cNvPr>
              <p:cNvGrpSpPr/>
              <p:nvPr/>
            </p:nvGrpSpPr>
            <p:grpSpPr>
              <a:xfrm>
                <a:off x="38634" y="51920"/>
                <a:ext cx="12105530" cy="894240"/>
                <a:chOff x="43545" y="34668"/>
                <a:chExt cx="12104910" cy="894240"/>
              </a:xfrm>
            </p:grpSpPr>
            <p:sp>
              <p:nvSpPr>
                <p:cNvPr id="121" name="Rectangle 120">
                  <a:extLst>
                    <a:ext uri="{FF2B5EF4-FFF2-40B4-BE49-F238E27FC236}">
                      <a16:creationId xmlns:a16="http://schemas.microsoft.com/office/drawing/2014/main" id="{33D96E11-8594-4843-A092-BB7F32AA83B3}"/>
                    </a:ext>
                  </a:extLst>
                </p:cNvPr>
                <p:cNvSpPr/>
                <p:nvPr/>
              </p:nvSpPr>
              <p:spPr>
                <a:xfrm>
                  <a:off x="43545" y="34668"/>
                  <a:ext cx="12104910" cy="894240"/>
                </a:xfrm>
                <a:prstGeom prst="rect">
                  <a:avLst/>
                </a:prstGeom>
                <a:solidFill>
                  <a:srgbClr val="20386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Rectangle 121">
                  <a:extLst>
                    <a:ext uri="{FF2B5EF4-FFF2-40B4-BE49-F238E27FC236}">
                      <a16:creationId xmlns:a16="http://schemas.microsoft.com/office/drawing/2014/main" id="{B6EB645E-AC20-45C0-AB3C-9143E5E52F8C}"/>
                    </a:ext>
                  </a:extLst>
                </p:cNvPr>
                <p:cNvSpPr/>
                <p:nvPr/>
              </p:nvSpPr>
              <p:spPr>
                <a:xfrm>
                  <a:off x="43545" y="34668"/>
                  <a:ext cx="85851" cy="89424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3" name="Rectangle 102">
                <a:extLst>
                  <a:ext uri="{FF2B5EF4-FFF2-40B4-BE49-F238E27FC236}">
                    <a16:creationId xmlns:a16="http://schemas.microsoft.com/office/drawing/2014/main" id="{7E074FA4-7E8D-4892-8E3F-2CD72C6D20B8}"/>
                  </a:ext>
                </a:extLst>
              </p:cNvPr>
              <p:cNvSpPr/>
              <p:nvPr/>
            </p:nvSpPr>
            <p:spPr>
              <a:xfrm>
                <a:off x="81869" y="139742"/>
                <a:ext cx="5533324" cy="68799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schemeClr val="bg1"/>
                    </a:solidFill>
                  </a:rPr>
                  <a:t>NIGERIA ROAD TRAFFIC CRASH ANALYSIS</a:t>
                </a:r>
              </a:p>
              <a:p>
                <a:r>
                  <a:rPr lang="en-US" sz="800" b="1" dirty="0">
                    <a:solidFill>
                      <a:schemeClr val="bg1"/>
                    </a:solidFill>
                  </a:rPr>
                  <a:t>2020 – 2024 | Federal Road Safety Corps (FRSC) | 37 States + FCT </a:t>
                </a:r>
              </a:p>
            </p:txBody>
          </p:sp>
          <p:sp>
            <p:nvSpPr>
              <p:cNvPr id="104" name="Rectangle 103">
                <a:extLst>
                  <a:ext uri="{FF2B5EF4-FFF2-40B4-BE49-F238E27FC236}">
                    <a16:creationId xmlns:a16="http://schemas.microsoft.com/office/drawing/2014/main" id="{259D1C6A-51A5-4E7E-9376-348093963318}"/>
                  </a:ext>
                </a:extLst>
              </p:cNvPr>
              <p:cNvSpPr/>
              <p:nvPr/>
            </p:nvSpPr>
            <p:spPr>
              <a:xfrm>
                <a:off x="10499354" y="681487"/>
                <a:ext cx="1601576" cy="14624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b="1" dirty="0">
                    <a:solidFill>
                      <a:schemeClr val="bg1"/>
                    </a:solidFill>
                  </a:rPr>
                  <a:t>DATA PERIOD Q4 2020 – Q1 2024</a:t>
                </a:r>
              </a:p>
            </p:txBody>
          </p:sp>
          <p:grpSp>
            <p:nvGrpSpPr>
              <p:cNvPr id="105" name="Group 104">
                <a:extLst>
                  <a:ext uri="{FF2B5EF4-FFF2-40B4-BE49-F238E27FC236}">
                    <a16:creationId xmlns:a16="http://schemas.microsoft.com/office/drawing/2014/main" id="{B2759310-94F5-480E-A683-58EB07E937F3}"/>
                  </a:ext>
                </a:extLst>
              </p:cNvPr>
              <p:cNvGrpSpPr/>
              <p:nvPr/>
            </p:nvGrpSpPr>
            <p:grpSpPr>
              <a:xfrm>
                <a:off x="38633" y="6055742"/>
                <a:ext cx="12105530" cy="750337"/>
                <a:chOff x="43545" y="34668"/>
                <a:chExt cx="12104910" cy="894240"/>
              </a:xfrm>
            </p:grpSpPr>
            <p:sp>
              <p:nvSpPr>
                <p:cNvPr id="119" name="Rectangle 118">
                  <a:extLst>
                    <a:ext uri="{FF2B5EF4-FFF2-40B4-BE49-F238E27FC236}">
                      <a16:creationId xmlns:a16="http://schemas.microsoft.com/office/drawing/2014/main" id="{4998B7D8-EC30-418A-9402-AB127A6CCCF4}"/>
                    </a:ext>
                  </a:extLst>
                </p:cNvPr>
                <p:cNvSpPr/>
                <p:nvPr/>
              </p:nvSpPr>
              <p:spPr>
                <a:xfrm>
                  <a:off x="43545" y="34668"/>
                  <a:ext cx="12104910" cy="894240"/>
                </a:xfrm>
                <a:prstGeom prst="rect">
                  <a:avLst/>
                </a:prstGeom>
                <a:solidFill>
                  <a:srgbClr val="20386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0" name="Rectangle 119">
                  <a:extLst>
                    <a:ext uri="{FF2B5EF4-FFF2-40B4-BE49-F238E27FC236}">
                      <a16:creationId xmlns:a16="http://schemas.microsoft.com/office/drawing/2014/main" id="{6C9F2365-9D3B-408E-A03A-C937553FECED}"/>
                    </a:ext>
                  </a:extLst>
                </p:cNvPr>
                <p:cNvSpPr/>
                <p:nvPr/>
              </p:nvSpPr>
              <p:spPr>
                <a:xfrm>
                  <a:off x="43545" y="34668"/>
                  <a:ext cx="85851" cy="89424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6" name="Rectangle 105">
                <a:extLst>
                  <a:ext uri="{FF2B5EF4-FFF2-40B4-BE49-F238E27FC236}">
                    <a16:creationId xmlns:a16="http://schemas.microsoft.com/office/drawing/2014/main" id="{16CA4BC8-A6A4-475A-867A-6B88B18F459D}"/>
                  </a:ext>
                </a:extLst>
              </p:cNvPr>
              <p:cNvSpPr/>
              <p:nvPr/>
            </p:nvSpPr>
            <p:spPr>
              <a:xfrm>
                <a:off x="64904" y="3976777"/>
                <a:ext cx="4904138" cy="19927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F3682BE9-E416-478B-AF78-4B753FFA6199}"/>
                  </a:ext>
                </a:extLst>
              </p:cNvPr>
              <p:cNvSpPr/>
              <p:nvPr/>
            </p:nvSpPr>
            <p:spPr>
              <a:xfrm>
                <a:off x="5053263" y="3976777"/>
                <a:ext cx="7090900" cy="19927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E118BE79-F4AD-4D09-AB62-A7A288CDD7FA}"/>
                  </a:ext>
                </a:extLst>
              </p:cNvPr>
              <p:cNvSpPr/>
              <p:nvPr/>
            </p:nvSpPr>
            <p:spPr>
              <a:xfrm>
                <a:off x="38633" y="2023769"/>
                <a:ext cx="5977467" cy="18719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380E2649-AD91-4A3E-ACB9-D575F6A2E446}"/>
                  </a:ext>
                </a:extLst>
              </p:cNvPr>
              <p:cNvSpPr/>
              <p:nvPr/>
            </p:nvSpPr>
            <p:spPr>
              <a:xfrm>
                <a:off x="6091400" y="2023770"/>
                <a:ext cx="6052764" cy="18719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CD6C4404-5C77-471F-9A83-4E4036BD6AFC}"/>
                  </a:ext>
                </a:extLst>
              </p:cNvPr>
              <p:cNvSpPr/>
              <p:nvPr/>
            </p:nvSpPr>
            <p:spPr>
              <a:xfrm>
                <a:off x="395951" y="1006727"/>
                <a:ext cx="2544426" cy="9539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3CB88FE5-C573-4CD4-8E44-1E32C06C996C}"/>
                  </a:ext>
                </a:extLst>
              </p:cNvPr>
              <p:cNvSpPr/>
              <p:nvPr/>
            </p:nvSpPr>
            <p:spPr>
              <a:xfrm>
                <a:off x="3458691" y="1019831"/>
                <a:ext cx="2544426" cy="940807"/>
              </a:xfrm>
              <a:prstGeom prst="rect">
                <a:avLst/>
              </a:prstGeom>
              <a:no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8B178866-D8C9-41BE-8DAA-473C3B1264EF}"/>
                  </a:ext>
                </a:extLst>
              </p:cNvPr>
              <p:cNvSpPr/>
              <p:nvPr/>
            </p:nvSpPr>
            <p:spPr>
              <a:xfrm>
                <a:off x="6524325" y="1006728"/>
                <a:ext cx="2542826" cy="9539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76347762-971C-4883-8CFC-6661D015AFA0}"/>
                  </a:ext>
                </a:extLst>
              </p:cNvPr>
              <p:cNvSpPr/>
              <p:nvPr/>
            </p:nvSpPr>
            <p:spPr>
              <a:xfrm>
                <a:off x="9587063" y="1006727"/>
                <a:ext cx="2531138" cy="9539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2E9F6E30-3866-459C-BB62-93FC42AFE423}"/>
                  </a:ext>
                </a:extLst>
              </p:cNvPr>
              <p:cNvSpPr/>
              <p:nvPr/>
            </p:nvSpPr>
            <p:spPr>
              <a:xfrm>
                <a:off x="124488" y="6102310"/>
                <a:ext cx="11976442" cy="68799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b="1" dirty="0">
                    <a:solidFill>
                      <a:srgbClr val="00B050"/>
                    </a:solidFill>
                  </a:rPr>
                  <a:t>KEY INSIGHTS:</a:t>
                </a:r>
              </a:p>
              <a:p>
                <a:r>
                  <a:rPr lang="en-US" sz="900" b="1" dirty="0">
                    <a:solidFill>
                      <a:schemeClr val="bg1"/>
                    </a:solidFill>
                  </a:rPr>
                  <a:t>Nigeria recorded 43,262 road crashes between 2020–2024, resulting in 21,031 deaths and 127,237 injuries. The FCT, Ogun and Nasarawa consistently recorded the highest crashes. 2022 was the deadliest year with 6,456 fatalities. Speed and reckless driving accounted for the largest share of crash causes (33%), highlighting the urgent need for speed enforcement across major highways.</a:t>
                </a:r>
              </a:p>
            </p:txBody>
          </p:sp>
          <p:sp>
            <p:nvSpPr>
              <p:cNvPr id="115" name="Rectangle 114">
                <a:extLst>
                  <a:ext uri="{FF2B5EF4-FFF2-40B4-BE49-F238E27FC236}">
                    <a16:creationId xmlns:a16="http://schemas.microsoft.com/office/drawing/2014/main" id="{520CE760-E2BF-46B3-AC8A-6F4A182581D7}"/>
                  </a:ext>
                </a:extLst>
              </p:cNvPr>
              <p:cNvSpPr/>
              <p:nvPr/>
            </p:nvSpPr>
            <p:spPr>
              <a:xfrm>
                <a:off x="2836118" y="1000319"/>
                <a:ext cx="104261" cy="9576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a:extLst>
                  <a:ext uri="{FF2B5EF4-FFF2-40B4-BE49-F238E27FC236}">
                    <a16:creationId xmlns:a16="http://schemas.microsoft.com/office/drawing/2014/main" id="{AFCBC591-77D9-438D-8A16-D78EEA15AE1C}"/>
                  </a:ext>
                </a:extLst>
              </p:cNvPr>
              <p:cNvSpPr/>
              <p:nvPr/>
            </p:nvSpPr>
            <p:spPr>
              <a:xfrm>
                <a:off x="5911838" y="1027235"/>
                <a:ext cx="85487" cy="924546"/>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8C3B1B8B-D1E8-440F-9579-E7A5C0266EE8}"/>
                  </a:ext>
                </a:extLst>
              </p:cNvPr>
              <p:cNvSpPr/>
              <p:nvPr/>
            </p:nvSpPr>
            <p:spPr>
              <a:xfrm>
                <a:off x="8964489" y="1000319"/>
                <a:ext cx="104262" cy="95391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A3ABE4BA-3BAC-417C-BF15-1A81EA710B92}"/>
                  </a:ext>
                </a:extLst>
              </p:cNvPr>
              <p:cNvSpPr/>
              <p:nvPr/>
            </p:nvSpPr>
            <p:spPr>
              <a:xfrm>
                <a:off x="12021435" y="1015701"/>
                <a:ext cx="96767" cy="936080"/>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031906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2BA7D678-923E-4AA7-9480-3179ABE50CA6}"/>
              </a:ext>
            </a:extLst>
          </p:cNvPr>
          <p:cNvGrpSpPr/>
          <p:nvPr/>
        </p:nvGrpSpPr>
        <p:grpSpPr>
          <a:xfrm>
            <a:off x="-1" y="-1"/>
            <a:ext cx="12192001" cy="6858001"/>
            <a:chOff x="-1" y="-1"/>
            <a:chExt cx="12192001" cy="6858001"/>
          </a:xfrm>
        </p:grpSpPr>
        <p:pic>
          <p:nvPicPr>
            <p:cNvPr id="3" name="Picture 2">
              <a:extLst>
                <a:ext uri="{FF2B5EF4-FFF2-40B4-BE49-F238E27FC236}">
                  <a16:creationId xmlns:a16="http://schemas.microsoft.com/office/drawing/2014/main" id="{638A8A4B-F4BD-47A1-A25E-79DA9A5831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A7821AC1-F7CA-4EE4-9650-C8A0FBD0AE2F}"/>
                </a:ext>
              </a:extLst>
            </p:cNvPr>
            <p:cNvSpPr/>
            <p:nvPr/>
          </p:nvSpPr>
          <p:spPr>
            <a:xfrm>
              <a:off x="-1" y="-1"/>
              <a:ext cx="12192000" cy="6858000"/>
            </a:xfrm>
            <a:prstGeom prst="rect">
              <a:avLst/>
            </a:prstGeom>
            <a:solidFill>
              <a:schemeClr val="bg2">
                <a:lumMod val="50000"/>
                <a:alpha val="81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71A74655-EA85-9DF4-1C14-590BFD177B2D}"/>
                </a:ext>
              </a:extLst>
            </p:cNvPr>
            <p:cNvSpPr/>
            <p:nvPr/>
          </p:nvSpPr>
          <p:spPr>
            <a:xfrm>
              <a:off x="130064" y="138470"/>
              <a:ext cx="11931869" cy="6581057"/>
            </a:xfrm>
            <a:custGeom>
              <a:avLst/>
              <a:gdLst>
                <a:gd name="connsiteX0" fmla="*/ 6798994 w 11931869"/>
                <a:gd name="connsiteY0" fmla="*/ 4344401 h 6581057"/>
                <a:gd name="connsiteX1" fmla="*/ 9134432 w 11931869"/>
                <a:gd name="connsiteY1" fmla="*/ 4344401 h 6581057"/>
                <a:gd name="connsiteX2" fmla="*/ 9134432 w 11931869"/>
                <a:gd name="connsiteY2" fmla="*/ 6581057 h 6581057"/>
                <a:gd name="connsiteX3" fmla="*/ 6798994 w 11931869"/>
                <a:gd name="connsiteY3" fmla="*/ 6581057 h 6581057"/>
                <a:gd name="connsiteX4" fmla="*/ 2371448 w 11931869"/>
                <a:gd name="connsiteY4" fmla="*/ 4344401 h 6581057"/>
                <a:gd name="connsiteX5" fmla="*/ 6644194 w 11931869"/>
                <a:gd name="connsiteY5" fmla="*/ 4344401 h 6581057"/>
                <a:gd name="connsiteX6" fmla="*/ 6644194 w 11931869"/>
                <a:gd name="connsiteY6" fmla="*/ 6581057 h 6581057"/>
                <a:gd name="connsiteX7" fmla="*/ 2371448 w 11931869"/>
                <a:gd name="connsiteY7" fmla="*/ 6581057 h 6581057"/>
                <a:gd name="connsiteX8" fmla="*/ 9289232 w 11931869"/>
                <a:gd name="connsiteY8" fmla="*/ 2004270 h 6581057"/>
                <a:gd name="connsiteX9" fmla="*/ 11931869 w 11931869"/>
                <a:gd name="connsiteY9" fmla="*/ 2004270 h 6581057"/>
                <a:gd name="connsiteX10" fmla="*/ 11931869 w 11931869"/>
                <a:gd name="connsiteY10" fmla="*/ 6581057 h 6581057"/>
                <a:gd name="connsiteX11" fmla="*/ 9289232 w 11931869"/>
                <a:gd name="connsiteY11" fmla="*/ 6581057 h 6581057"/>
                <a:gd name="connsiteX12" fmla="*/ 6798994 w 11931869"/>
                <a:gd name="connsiteY12" fmla="*/ 2004270 h 6581057"/>
                <a:gd name="connsiteX13" fmla="*/ 9134432 w 11931869"/>
                <a:gd name="connsiteY13" fmla="*/ 2004270 h 6581057"/>
                <a:gd name="connsiteX14" fmla="*/ 9134432 w 11931869"/>
                <a:gd name="connsiteY14" fmla="*/ 4189601 h 6581057"/>
                <a:gd name="connsiteX15" fmla="*/ 6798994 w 11931869"/>
                <a:gd name="connsiteY15" fmla="*/ 4189601 h 6581057"/>
                <a:gd name="connsiteX16" fmla="*/ 2371448 w 11931869"/>
                <a:gd name="connsiteY16" fmla="*/ 2004270 h 6581057"/>
                <a:gd name="connsiteX17" fmla="*/ 6644194 w 11931869"/>
                <a:gd name="connsiteY17" fmla="*/ 2004270 h 6581057"/>
                <a:gd name="connsiteX18" fmla="*/ 6644194 w 11931869"/>
                <a:gd name="connsiteY18" fmla="*/ 4189601 h 6581057"/>
                <a:gd name="connsiteX19" fmla="*/ 2371448 w 11931869"/>
                <a:gd name="connsiteY19" fmla="*/ 4189601 h 6581057"/>
                <a:gd name="connsiteX20" fmla="*/ 0 w 11931869"/>
                <a:gd name="connsiteY20" fmla="*/ 2004270 h 6581057"/>
                <a:gd name="connsiteX21" fmla="*/ 2216649 w 11931869"/>
                <a:gd name="connsiteY21" fmla="*/ 2004270 h 6581057"/>
                <a:gd name="connsiteX22" fmla="*/ 2216649 w 11931869"/>
                <a:gd name="connsiteY22" fmla="*/ 6581057 h 6581057"/>
                <a:gd name="connsiteX23" fmla="*/ 0 w 11931869"/>
                <a:gd name="connsiteY23" fmla="*/ 6581057 h 6581057"/>
                <a:gd name="connsiteX24" fmla="*/ 9677907 w 11931869"/>
                <a:gd name="connsiteY24" fmla="*/ 770130 h 6581057"/>
                <a:gd name="connsiteX25" fmla="*/ 11931869 w 11931869"/>
                <a:gd name="connsiteY25" fmla="*/ 770130 h 6581057"/>
                <a:gd name="connsiteX26" fmla="*/ 11931869 w 11931869"/>
                <a:gd name="connsiteY26" fmla="*/ 1849470 h 6581057"/>
                <a:gd name="connsiteX27" fmla="*/ 9677907 w 11931869"/>
                <a:gd name="connsiteY27" fmla="*/ 1849470 h 6581057"/>
                <a:gd name="connsiteX28" fmla="*/ 7229059 w 11931869"/>
                <a:gd name="connsiteY28" fmla="*/ 770130 h 6581057"/>
                <a:gd name="connsiteX29" fmla="*/ 9523107 w 11931869"/>
                <a:gd name="connsiteY29" fmla="*/ 770130 h 6581057"/>
                <a:gd name="connsiteX30" fmla="*/ 9523107 w 11931869"/>
                <a:gd name="connsiteY30" fmla="*/ 1849470 h 6581057"/>
                <a:gd name="connsiteX31" fmla="*/ 7229059 w 11931869"/>
                <a:gd name="connsiteY31" fmla="*/ 1849470 h 6581057"/>
                <a:gd name="connsiteX32" fmla="*/ 4780211 w 11931869"/>
                <a:gd name="connsiteY32" fmla="*/ 770130 h 6581057"/>
                <a:gd name="connsiteX33" fmla="*/ 7074259 w 11931869"/>
                <a:gd name="connsiteY33" fmla="*/ 770130 h 6581057"/>
                <a:gd name="connsiteX34" fmla="*/ 7074259 w 11931869"/>
                <a:gd name="connsiteY34" fmla="*/ 1849470 h 6581057"/>
                <a:gd name="connsiteX35" fmla="*/ 4780211 w 11931869"/>
                <a:gd name="connsiteY35" fmla="*/ 1849470 h 6581057"/>
                <a:gd name="connsiteX36" fmla="*/ 2371448 w 11931869"/>
                <a:gd name="connsiteY36" fmla="*/ 770130 h 6581057"/>
                <a:gd name="connsiteX37" fmla="*/ 4625411 w 11931869"/>
                <a:gd name="connsiteY37" fmla="*/ 770130 h 6581057"/>
                <a:gd name="connsiteX38" fmla="*/ 4625411 w 11931869"/>
                <a:gd name="connsiteY38" fmla="*/ 1849470 h 6581057"/>
                <a:gd name="connsiteX39" fmla="*/ 2371448 w 11931869"/>
                <a:gd name="connsiteY39" fmla="*/ 1849470 h 6581057"/>
                <a:gd name="connsiteX40" fmla="*/ 0 w 11931869"/>
                <a:gd name="connsiteY40" fmla="*/ 770130 h 6581057"/>
                <a:gd name="connsiteX41" fmla="*/ 2216649 w 11931869"/>
                <a:gd name="connsiteY41" fmla="*/ 770130 h 6581057"/>
                <a:gd name="connsiteX42" fmla="*/ 2216649 w 11931869"/>
                <a:gd name="connsiteY42" fmla="*/ 1849470 h 6581057"/>
                <a:gd name="connsiteX43" fmla="*/ 0 w 11931869"/>
                <a:gd name="connsiteY43" fmla="*/ 1849470 h 6581057"/>
                <a:gd name="connsiteX44" fmla="*/ 0 w 11931869"/>
                <a:gd name="connsiteY44" fmla="*/ 0 h 6581057"/>
                <a:gd name="connsiteX45" fmla="*/ 11931869 w 11931869"/>
                <a:gd name="connsiteY45" fmla="*/ 0 h 6581057"/>
                <a:gd name="connsiteX46" fmla="*/ 11931869 w 11931869"/>
                <a:gd name="connsiteY46" fmla="*/ 615330 h 6581057"/>
                <a:gd name="connsiteX47" fmla="*/ 0 w 11931869"/>
                <a:gd name="connsiteY47" fmla="*/ 615330 h 6581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931869" h="6581057">
                  <a:moveTo>
                    <a:pt x="6798994" y="4344401"/>
                  </a:moveTo>
                  <a:lnTo>
                    <a:pt x="9134432" y="4344401"/>
                  </a:lnTo>
                  <a:lnTo>
                    <a:pt x="9134432" y="6581057"/>
                  </a:lnTo>
                  <a:lnTo>
                    <a:pt x="6798994" y="6581057"/>
                  </a:lnTo>
                  <a:close/>
                  <a:moveTo>
                    <a:pt x="2371448" y="4344401"/>
                  </a:moveTo>
                  <a:lnTo>
                    <a:pt x="6644194" y="4344401"/>
                  </a:lnTo>
                  <a:lnTo>
                    <a:pt x="6644194" y="6581057"/>
                  </a:lnTo>
                  <a:lnTo>
                    <a:pt x="2371448" y="6581057"/>
                  </a:lnTo>
                  <a:close/>
                  <a:moveTo>
                    <a:pt x="9289232" y="2004270"/>
                  </a:moveTo>
                  <a:lnTo>
                    <a:pt x="11931869" y="2004270"/>
                  </a:lnTo>
                  <a:lnTo>
                    <a:pt x="11931869" y="6581057"/>
                  </a:lnTo>
                  <a:lnTo>
                    <a:pt x="9289232" y="6581057"/>
                  </a:lnTo>
                  <a:close/>
                  <a:moveTo>
                    <a:pt x="6798994" y="2004270"/>
                  </a:moveTo>
                  <a:lnTo>
                    <a:pt x="9134432" y="2004270"/>
                  </a:lnTo>
                  <a:lnTo>
                    <a:pt x="9134432" y="4189601"/>
                  </a:lnTo>
                  <a:lnTo>
                    <a:pt x="6798994" y="4189601"/>
                  </a:lnTo>
                  <a:close/>
                  <a:moveTo>
                    <a:pt x="2371448" y="2004270"/>
                  </a:moveTo>
                  <a:lnTo>
                    <a:pt x="6644194" y="2004270"/>
                  </a:lnTo>
                  <a:lnTo>
                    <a:pt x="6644194" y="4189601"/>
                  </a:lnTo>
                  <a:lnTo>
                    <a:pt x="2371448" y="4189601"/>
                  </a:lnTo>
                  <a:close/>
                  <a:moveTo>
                    <a:pt x="0" y="2004270"/>
                  </a:moveTo>
                  <a:lnTo>
                    <a:pt x="2216649" y="2004270"/>
                  </a:lnTo>
                  <a:lnTo>
                    <a:pt x="2216649" y="6581057"/>
                  </a:lnTo>
                  <a:lnTo>
                    <a:pt x="0" y="6581057"/>
                  </a:lnTo>
                  <a:close/>
                  <a:moveTo>
                    <a:pt x="9677907" y="770130"/>
                  </a:moveTo>
                  <a:lnTo>
                    <a:pt x="11931869" y="770130"/>
                  </a:lnTo>
                  <a:lnTo>
                    <a:pt x="11931869" y="1849470"/>
                  </a:lnTo>
                  <a:lnTo>
                    <a:pt x="9677907" y="1849470"/>
                  </a:lnTo>
                  <a:close/>
                  <a:moveTo>
                    <a:pt x="7229059" y="770130"/>
                  </a:moveTo>
                  <a:lnTo>
                    <a:pt x="9523107" y="770130"/>
                  </a:lnTo>
                  <a:lnTo>
                    <a:pt x="9523107" y="1849470"/>
                  </a:lnTo>
                  <a:lnTo>
                    <a:pt x="7229059" y="1849470"/>
                  </a:lnTo>
                  <a:close/>
                  <a:moveTo>
                    <a:pt x="4780211" y="770130"/>
                  </a:moveTo>
                  <a:lnTo>
                    <a:pt x="7074259" y="770130"/>
                  </a:lnTo>
                  <a:lnTo>
                    <a:pt x="7074259" y="1849470"/>
                  </a:lnTo>
                  <a:lnTo>
                    <a:pt x="4780211" y="1849470"/>
                  </a:lnTo>
                  <a:close/>
                  <a:moveTo>
                    <a:pt x="2371448" y="770130"/>
                  </a:moveTo>
                  <a:lnTo>
                    <a:pt x="4625411" y="770130"/>
                  </a:lnTo>
                  <a:lnTo>
                    <a:pt x="4625411" y="1849470"/>
                  </a:lnTo>
                  <a:lnTo>
                    <a:pt x="2371448" y="1849470"/>
                  </a:lnTo>
                  <a:close/>
                  <a:moveTo>
                    <a:pt x="0" y="770130"/>
                  </a:moveTo>
                  <a:lnTo>
                    <a:pt x="2216649" y="770130"/>
                  </a:lnTo>
                  <a:lnTo>
                    <a:pt x="2216649" y="1849470"/>
                  </a:lnTo>
                  <a:lnTo>
                    <a:pt x="0" y="1849470"/>
                  </a:lnTo>
                  <a:close/>
                  <a:moveTo>
                    <a:pt x="0" y="0"/>
                  </a:moveTo>
                  <a:lnTo>
                    <a:pt x="11931869" y="0"/>
                  </a:lnTo>
                  <a:lnTo>
                    <a:pt x="11931869" y="615330"/>
                  </a:lnTo>
                  <a:lnTo>
                    <a:pt x="0" y="615330"/>
                  </a:lnTo>
                  <a:close/>
                </a:path>
              </a:pathLst>
            </a:custGeom>
            <a:gradFill>
              <a:gsLst>
                <a:gs pos="0">
                  <a:schemeClr val="tx2">
                    <a:lumMod val="50000"/>
                    <a:alpha val="90000"/>
                  </a:schemeClr>
                </a:gs>
                <a:gs pos="100000">
                  <a:schemeClr val="accent2">
                    <a:lumMod val="50000"/>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spTree>
    <p:extLst>
      <p:ext uri="{BB962C8B-B14F-4D97-AF65-F5344CB8AC3E}">
        <p14:creationId xmlns:p14="http://schemas.microsoft.com/office/powerpoint/2010/main" val="795831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8A8A4B-F4BD-47A1-A25E-79DA9A5831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A7821AC1-F7CA-4EE4-9650-C8A0FBD0AE2F}"/>
              </a:ext>
            </a:extLst>
          </p:cNvPr>
          <p:cNvSpPr/>
          <p:nvPr/>
        </p:nvSpPr>
        <p:spPr>
          <a:xfrm>
            <a:off x="-1" y="-1"/>
            <a:ext cx="12192000" cy="6858000"/>
          </a:xfrm>
          <a:prstGeom prst="rect">
            <a:avLst/>
          </a:prstGeom>
          <a:solidFill>
            <a:schemeClr val="bg2">
              <a:lumMod val="50000"/>
              <a:alpha val="81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71A74655-EA85-9DF4-1C14-590BFD177B2D}"/>
              </a:ext>
            </a:extLst>
          </p:cNvPr>
          <p:cNvSpPr/>
          <p:nvPr/>
        </p:nvSpPr>
        <p:spPr>
          <a:xfrm>
            <a:off x="130064" y="93134"/>
            <a:ext cx="11697869" cy="6626394"/>
          </a:xfrm>
          <a:custGeom>
            <a:avLst/>
            <a:gdLst>
              <a:gd name="connsiteX0" fmla="*/ 6798994 w 11931869"/>
              <a:gd name="connsiteY0" fmla="*/ 4344401 h 6581057"/>
              <a:gd name="connsiteX1" fmla="*/ 9134432 w 11931869"/>
              <a:gd name="connsiteY1" fmla="*/ 4344401 h 6581057"/>
              <a:gd name="connsiteX2" fmla="*/ 9134432 w 11931869"/>
              <a:gd name="connsiteY2" fmla="*/ 6581057 h 6581057"/>
              <a:gd name="connsiteX3" fmla="*/ 6798994 w 11931869"/>
              <a:gd name="connsiteY3" fmla="*/ 6581057 h 6581057"/>
              <a:gd name="connsiteX4" fmla="*/ 2371448 w 11931869"/>
              <a:gd name="connsiteY4" fmla="*/ 4344401 h 6581057"/>
              <a:gd name="connsiteX5" fmla="*/ 6644194 w 11931869"/>
              <a:gd name="connsiteY5" fmla="*/ 4344401 h 6581057"/>
              <a:gd name="connsiteX6" fmla="*/ 6644194 w 11931869"/>
              <a:gd name="connsiteY6" fmla="*/ 6581057 h 6581057"/>
              <a:gd name="connsiteX7" fmla="*/ 2371448 w 11931869"/>
              <a:gd name="connsiteY7" fmla="*/ 6581057 h 6581057"/>
              <a:gd name="connsiteX8" fmla="*/ 9289232 w 11931869"/>
              <a:gd name="connsiteY8" fmla="*/ 2004270 h 6581057"/>
              <a:gd name="connsiteX9" fmla="*/ 11931869 w 11931869"/>
              <a:gd name="connsiteY9" fmla="*/ 2004270 h 6581057"/>
              <a:gd name="connsiteX10" fmla="*/ 11931869 w 11931869"/>
              <a:gd name="connsiteY10" fmla="*/ 6581057 h 6581057"/>
              <a:gd name="connsiteX11" fmla="*/ 9289232 w 11931869"/>
              <a:gd name="connsiteY11" fmla="*/ 6581057 h 6581057"/>
              <a:gd name="connsiteX12" fmla="*/ 6798994 w 11931869"/>
              <a:gd name="connsiteY12" fmla="*/ 2004270 h 6581057"/>
              <a:gd name="connsiteX13" fmla="*/ 9134432 w 11931869"/>
              <a:gd name="connsiteY13" fmla="*/ 2004270 h 6581057"/>
              <a:gd name="connsiteX14" fmla="*/ 9134432 w 11931869"/>
              <a:gd name="connsiteY14" fmla="*/ 4189601 h 6581057"/>
              <a:gd name="connsiteX15" fmla="*/ 6798994 w 11931869"/>
              <a:gd name="connsiteY15" fmla="*/ 4189601 h 6581057"/>
              <a:gd name="connsiteX16" fmla="*/ 2371448 w 11931869"/>
              <a:gd name="connsiteY16" fmla="*/ 2004270 h 6581057"/>
              <a:gd name="connsiteX17" fmla="*/ 6644194 w 11931869"/>
              <a:gd name="connsiteY17" fmla="*/ 2004270 h 6581057"/>
              <a:gd name="connsiteX18" fmla="*/ 6644194 w 11931869"/>
              <a:gd name="connsiteY18" fmla="*/ 4189601 h 6581057"/>
              <a:gd name="connsiteX19" fmla="*/ 2371448 w 11931869"/>
              <a:gd name="connsiteY19" fmla="*/ 4189601 h 6581057"/>
              <a:gd name="connsiteX20" fmla="*/ 0 w 11931869"/>
              <a:gd name="connsiteY20" fmla="*/ 2004270 h 6581057"/>
              <a:gd name="connsiteX21" fmla="*/ 2216649 w 11931869"/>
              <a:gd name="connsiteY21" fmla="*/ 2004270 h 6581057"/>
              <a:gd name="connsiteX22" fmla="*/ 2216649 w 11931869"/>
              <a:gd name="connsiteY22" fmla="*/ 6581057 h 6581057"/>
              <a:gd name="connsiteX23" fmla="*/ 0 w 11931869"/>
              <a:gd name="connsiteY23" fmla="*/ 6581057 h 6581057"/>
              <a:gd name="connsiteX24" fmla="*/ 9677907 w 11931869"/>
              <a:gd name="connsiteY24" fmla="*/ 770130 h 6581057"/>
              <a:gd name="connsiteX25" fmla="*/ 11931869 w 11931869"/>
              <a:gd name="connsiteY25" fmla="*/ 770130 h 6581057"/>
              <a:gd name="connsiteX26" fmla="*/ 11931869 w 11931869"/>
              <a:gd name="connsiteY26" fmla="*/ 1849470 h 6581057"/>
              <a:gd name="connsiteX27" fmla="*/ 9677907 w 11931869"/>
              <a:gd name="connsiteY27" fmla="*/ 1849470 h 6581057"/>
              <a:gd name="connsiteX28" fmla="*/ 7229059 w 11931869"/>
              <a:gd name="connsiteY28" fmla="*/ 770130 h 6581057"/>
              <a:gd name="connsiteX29" fmla="*/ 9523107 w 11931869"/>
              <a:gd name="connsiteY29" fmla="*/ 770130 h 6581057"/>
              <a:gd name="connsiteX30" fmla="*/ 9523107 w 11931869"/>
              <a:gd name="connsiteY30" fmla="*/ 1849470 h 6581057"/>
              <a:gd name="connsiteX31" fmla="*/ 7229059 w 11931869"/>
              <a:gd name="connsiteY31" fmla="*/ 1849470 h 6581057"/>
              <a:gd name="connsiteX32" fmla="*/ 4780211 w 11931869"/>
              <a:gd name="connsiteY32" fmla="*/ 770130 h 6581057"/>
              <a:gd name="connsiteX33" fmla="*/ 7074259 w 11931869"/>
              <a:gd name="connsiteY33" fmla="*/ 770130 h 6581057"/>
              <a:gd name="connsiteX34" fmla="*/ 7074259 w 11931869"/>
              <a:gd name="connsiteY34" fmla="*/ 1849470 h 6581057"/>
              <a:gd name="connsiteX35" fmla="*/ 4780211 w 11931869"/>
              <a:gd name="connsiteY35" fmla="*/ 1849470 h 6581057"/>
              <a:gd name="connsiteX36" fmla="*/ 2371448 w 11931869"/>
              <a:gd name="connsiteY36" fmla="*/ 770130 h 6581057"/>
              <a:gd name="connsiteX37" fmla="*/ 4625411 w 11931869"/>
              <a:gd name="connsiteY37" fmla="*/ 770130 h 6581057"/>
              <a:gd name="connsiteX38" fmla="*/ 4625411 w 11931869"/>
              <a:gd name="connsiteY38" fmla="*/ 1849470 h 6581057"/>
              <a:gd name="connsiteX39" fmla="*/ 2371448 w 11931869"/>
              <a:gd name="connsiteY39" fmla="*/ 1849470 h 6581057"/>
              <a:gd name="connsiteX40" fmla="*/ 0 w 11931869"/>
              <a:gd name="connsiteY40" fmla="*/ 770130 h 6581057"/>
              <a:gd name="connsiteX41" fmla="*/ 2216649 w 11931869"/>
              <a:gd name="connsiteY41" fmla="*/ 770130 h 6581057"/>
              <a:gd name="connsiteX42" fmla="*/ 2216649 w 11931869"/>
              <a:gd name="connsiteY42" fmla="*/ 1849470 h 6581057"/>
              <a:gd name="connsiteX43" fmla="*/ 0 w 11931869"/>
              <a:gd name="connsiteY43" fmla="*/ 1849470 h 6581057"/>
              <a:gd name="connsiteX44" fmla="*/ 0 w 11931869"/>
              <a:gd name="connsiteY44" fmla="*/ 0 h 6581057"/>
              <a:gd name="connsiteX45" fmla="*/ 11931869 w 11931869"/>
              <a:gd name="connsiteY45" fmla="*/ 0 h 6581057"/>
              <a:gd name="connsiteX46" fmla="*/ 11931869 w 11931869"/>
              <a:gd name="connsiteY46" fmla="*/ 615330 h 6581057"/>
              <a:gd name="connsiteX47" fmla="*/ 0 w 11931869"/>
              <a:gd name="connsiteY47" fmla="*/ 615330 h 6581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931869" h="6581057">
                <a:moveTo>
                  <a:pt x="6798994" y="4344401"/>
                </a:moveTo>
                <a:lnTo>
                  <a:pt x="9134432" y="4344401"/>
                </a:lnTo>
                <a:lnTo>
                  <a:pt x="9134432" y="6581057"/>
                </a:lnTo>
                <a:lnTo>
                  <a:pt x="6798994" y="6581057"/>
                </a:lnTo>
                <a:close/>
                <a:moveTo>
                  <a:pt x="2371448" y="4344401"/>
                </a:moveTo>
                <a:lnTo>
                  <a:pt x="6644194" y="4344401"/>
                </a:lnTo>
                <a:lnTo>
                  <a:pt x="6644194" y="6581057"/>
                </a:lnTo>
                <a:lnTo>
                  <a:pt x="2371448" y="6581057"/>
                </a:lnTo>
                <a:close/>
                <a:moveTo>
                  <a:pt x="9289232" y="2004270"/>
                </a:moveTo>
                <a:lnTo>
                  <a:pt x="11931869" y="2004270"/>
                </a:lnTo>
                <a:lnTo>
                  <a:pt x="11931869" y="6581057"/>
                </a:lnTo>
                <a:lnTo>
                  <a:pt x="9289232" y="6581057"/>
                </a:lnTo>
                <a:close/>
                <a:moveTo>
                  <a:pt x="6798994" y="2004270"/>
                </a:moveTo>
                <a:lnTo>
                  <a:pt x="9134432" y="2004270"/>
                </a:lnTo>
                <a:lnTo>
                  <a:pt x="9134432" y="4189601"/>
                </a:lnTo>
                <a:lnTo>
                  <a:pt x="6798994" y="4189601"/>
                </a:lnTo>
                <a:close/>
                <a:moveTo>
                  <a:pt x="2371448" y="2004270"/>
                </a:moveTo>
                <a:lnTo>
                  <a:pt x="6644194" y="2004270"/>
                </a:lnTo>
                <a:lnTo>
                  <a:pt x="6644194" y="4189601"/>
                </a:lnTo>
                <a:lnTo>
                  <a:pt x="2371448" y="4189601"/>
                </a:lnTo>
                <a:close/>
                <a:moveTo>
                  <a:pt x="0" y="2004270"/>
                </a:moveTo>
                <a:lnTo>
                  <a:pt x="2216649" y="2004270"/>
                </a:lnTo>
                <a:lnTo>
                  <a:pt x="2216649" y="6581057"/>
                </a:lnTo>
                <a:lnTo>
                  <a:pt x="0" y="6581057"/>
                </a:lnTo>
                <a:close/>
                <a:moveTo>
                  <a:pt x="9677907" y="770130"/>
                </a:moveTo>
                <a:lnTo>
                  <a:pt x="11931869" y="770130"/>
                </a:lnTo>
                <a:lnTo>
                  <a:pt x="11931869" y="1849470"/>
                </a:lnTo>
                <a:lnTo>
                  <a:pt x="9677907" y="1849470"/>
                </a:lnTo>
                <a:close/>
                <a:moveTo>
                  <a:pt x="7229059" y="770130"/>
                </a:moveTo>
                <a:lnTo>
                  <a:pt x="9523107" y="770130"/>
                </a:lnTo>
                <a:lnTo>
                  <a:pt x="9523107" y="1849470"/>
                </a:lnTo>
                <a:lnTo>
                  <a:pt x="7229059" y="1849470"/>
                </a:lnTo>
                <a:close/>
                <a:moveTo>
                  <a:pt x="4780211" y="770130"/>
                </a:moveTo>
                <a:lnTo>
                  <a:pt x="7074259" y="770130"/>
                </a:lnTo>
                <a:lnTo>
                  <a:pt x="7074259" y="1849470"/>
                </a:lnTo>
                <a:lnTo>
                  <a:pt x="4780211" y="1849470"/>
                </a:lnTo>
                <a:close/>
                <a:moveTo>
                  <a:pt x="2371448" y="770130"/>
                </a:moveTo>
                <a:lnTo>
                  <a:pt x="4625411" y="770130"/>
                </a:lnTo>
                <a:lnTo>
                  <a:pt x="4625411" y="1849470"/>
                </a:lnTo>
                <a:lnTo>
                  <a:pt x="2371448" y="1849470"/>
                </a:lnTo>
                <a:close/>
                <a:moveTo>
                  <a:pt x="0" y="770130"/>
                </a:moveTo>
                <a:lnTo>
                  <a:pt x="2216649" y="770130"/>
                </a:lnTo>
                <a:lnTo>
                  <a:pt x="2216649" y="1849470"/>
                </a:lnTo>
                <a:lnTo>
                  <a:pt x="0" y="1849470"/>
                </a:lnTo>
                <a:close/>
                <a:moveTo>
                  <a:pt x="0" y="0"/>
                </a:moveTo>
                <a:lnTo>
                  <a:pt x="11931869" y="0"/>
                </a:lnTo>
                <a:lnTo>
                  <a:pt x="11931869" y="615330"/>
                </a:lnTo>
                <a:lnTo>
                  <a:pt x="0" y="615330"/>
                </a:lnTo>
                <a:close/>
              </a:path>
            </a:pathLst>
          </a:cu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Tree>
    <p:extLst>
      <p:ext uri="{BB962C8B-B14F-4D97-AF65-F5344CB8AC3E}">
        <p14:creationId xmlns:p14="http://schemas.microsoft.com/office/powerpoint/2010/main" val="774705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D6CDCB-9EE1-4AF2-A2C2-2B7FC63D57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6269" y="4333335"/>
            <a:ext cx="1340854" cy="624781"/>
          </a:xfrm>
          <a:prstGeom prst="rect">
            <a:avLst/>
          </a:prstGeom>
        </p:spPr>
      </p:pic>
    </p:spTree>
    <p:extLst>
      <p:ext uri="{BB962C8B-B14F-4D97-AF65-F5344CB8AC3E}">
        <p14:creationId xmlns:p14="http://schemas.microsoft.com/office/powerpoint/2010/main" val="5711424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6997</TotalTime>
  <Words>123</Words>
  <Application>Microsoft Office PowerPoint</Application>
  <PresentationFormat>Widescreen</PresentationFormat>
  <Paragraphs>11</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Swapnajeet</dc:creator>
  <cp:lastModifiedBy>Ephphatha</cp:lastModifiedBy>
  <cp:revision>46</cp:revision>
  <dcterms:created xsi:type="dcterms:W3CDTF">2023-03-23T03:22:23Z</dcterms:created>
  <dcterms:modified xsi:type="dcterms:W3CDTF">2026-06-22T11:21:42Z</dcterms:modified>
</cp:coreProperties>
</file>